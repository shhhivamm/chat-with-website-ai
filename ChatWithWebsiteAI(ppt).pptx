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Bahnschrift Light" panose="020B0502040204020203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1:05.7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27 55 2608 0 0,'0'0'416'0'0,"-16"-32"-216"0"0,16 27 8 0 0,0-3-144 0 0,0 6 8 0 0,0-1-8 0 0,-3-1 8 0 0,-3 4-96 0 0,4 0-8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1:14.0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3336 415 3808 0 0,'-5'-3'0'0'0,"1"1"-1"0"0,-1 0 1 0 0,0 0 0 0 0,0 0-1 0 0,0 1 1 0 0,0 0 0 0 0,0 0-1 0 0,0 0 1 0 0,-7 0 0 0 0,-51 1-12 0 0,33 1 11 0 0,-398 9 641 0 0,417-9-569 0 0,-21 1 340 0 0,-52-3-1 0 0,7 1 175 0 0,1 0-64 0 0,-44-9 409 0 0,101 10-742 0 0,18-1-163 0 0,0 0 1 0 0,0 1-1 0 0,0-1 0 0 0,0 0 0 0 0,0 1 1 0 0,0-1-1 0 0,0 0 0 0 0,0 0 0 0 0,0 0 0 0 0,0 0 1 0 0,0 0-1 0 0,0 0 0 0 0,0 0 0 0 0,0 0 0 0 0,0-1 1 0 0,0 1-1 0 0,0 0 0 0 0,0 0 0 0 0,0-1 0 0 0,1 1 1 0 0,-1-1-1 0 0,0 1 0 0 0,0-1 0 0 0,0 1 0 0 0,0-1 1 0 0,1 0-1 0 0,-1 1 0 0 0,0-1 0 0 0,0 0 0 0 0,1 1 1 0 0,-1-1-1 0 0,1 0 0 0 0,-1 0 0 0 0,1 0 1 0 0,-1-1-1 0 0,1 2-17 0 0,0 0 0 0 0,0 0 0 0 0,0 0 0 0 0,0-1 0 0 0,0 1 0 0 0,0 0 0 0 0,0 0 0 0 0,0 0 0 0 0,0-1 0 0 0,0 1-1 0 0,0 0 1 0 0,0 0 0 0 0,0 0 0 0 0,0 0 0 0 0,0-1 0 0 0,0 1 0 0 0,0 0 0 0 0,0 0 0 0 0,0 0 0 0 0,1 0 0 0 0,-1-1 0 0 0,0 1 0 0 0,0 0 0 0 0,0 0 0 0 0,0 0 0 0 0,0 0 0 0 0,1 0 0 0 0,-1 0 0 0 0,0-1 0 0 0,0 1 0 0 0,0 0 0 0 0,0 0 0 0 0,1 0 0 0 0,-1 0 0 0 0,0 0 0 0 0,0 0 0 0 0,0 0 0 0 0,1 0 0 0 0,-1 0 0 0 0,0 0 0 0 0,0 0 0 0 0,0 0 0 0 0,1 0 0 0 0,-1 0 0 0 0,0 0 0 0 0,0 0 0 0 0,0 0 0 0 0,1 0 0 0 0,-1 0 0 0 0,0 0 0 0 0,0 0 0 0 0,0 1-1 0 0,0-1 1 0 0,1 0 0 0 0,-1 0 0 0 0,0 0 0 0 0,0 0 0 0 0,0 0 0 0 0,12 0 148 0 0,315-26 316 0 0,-175 10-170 0 0,227 5-1 0 0,23 8 382 0 0,-238 0 163 0 0,-331 4-588 0 0,-207-5-88 0 0,-28 6 82 0 0,69 4 223 0 0,266-8-364 0 0,-353 2 1026 0 0,380 1-940 0 0,25-1-15 0 0,0 1 0 0 0,0 1 0 0 0,-19 3 0 0 0,86-13 311 0 0,1 3 0 0 0,74 1 1 0 0,-25 2-349 0 0,129-4 114 0 0,60-4 66 0 0,122 16 59 0 0,-253 1-238 0 0,-16-4-43 0 0,109 6 6 0 0,-189-4-63 0 0,120 27 0 0 0,-128-22-19 0 0,18 4 18 0 0,-68-12-33 0 0,1 0 1 0 0,-1 0 0 0 0,0 1-1 0 0,1-1 1 0 0,-1 1 0 0 0,0 1-1 0 0,10 7 1 0 0,-16-11-3 0 0,0 0-9 0 0,0 1 0 0 0,0-1-1 0 0,0 0 1 0 0,0 1-1 0 0,-1-1 1 0 0,1 1 0 0 0,0-1-1 0 0,0 1 1 0 0,0-1-1 0 0,0 0 1 0 0,-1 1 0 0 0,1-1-1 0 0,0 0 1 0 0,-1 1-1 0 0,1-1 1 0 0,0 0-1 0 0,0 1 1 0 0,-1-1 0 0 0,1 0-1 0 0,0 1 1 0 0,-1-1-1 0 0,1 0 1 0 0,-1 0 0 0 0,1 0-1 0 0,0 1 1 0 0,-1-1-1 0 0,1 0 1 0 0,-1 0 0 0 0,1 0-1 0 0,-1 0 1 0 0,1 0-1 0 0,0 0 1 0 0,-1 0 0 0 0,1 0-1 0 0,-1 0 1 0 0,1 0-1 0 0,-1 0 1 0 0,1 0 0 0 0,-1 0-1 0 0,0 0 1 0 0,-470-24-44 0 0,76 11-74 0 0,-119 8-37 0 0,278 7 80 0 0,109-4 28 0 0,62 2 34 0 0,-262 5-48 0 0,296 1 60 0 0,-7-1 2 0 0,38-5-2 0 0,1 0 1 0 0,-1 0-1 0 0,0 0 1 0 0,0 0-1 0 0,1 0 1 0 0,-1 0-1 0 0,0-1 1 0 0,0 1-1 0 0,1 0 1 0 0,-1 0-1 0 0,0 0 1 0 0,0 0-1 0 0,1 0 1 0 0,-1-1-1 0 0,0 1 1 0 0,0 0-1 0 0,0 0 1 0 0,1 0 0 0 0,-1-1-1 0 0,0 1 1 0 0,0 0-1 0 0,0 0 1 0 0,0-1-1 0 0,1 1 1 0 0,-1 0-1 0 0,0 0 1 0 0,0-1-1 0 0,0 1 1 0 0,0 0-1 0 0,0-1 1 0 0,0 1-1 0 0,0 0 1 0 0,0 0-1 0 0,0-1 1 0 0,0 1-1 0 0,0 0 1 0 0,0-1-1 0 0,0 1 1 0 0,0 0-1 0 0,0 0 1 0 0,0-1-1 0 0,0 1 1 0 0,0 0-1 0 0,-1 0 1 0 0,1-1-1 0 0,0 1 1 0 0,0 0-1 0 0,0 0 1 0 0,0-1-1 0 0,-1 1 1 0 0,1 0-1 0 0,0 0 1 0 0,0 0-1 0 0,0-1 1 0 0,-1 1-1 0 0,1 0 1 0 0,0 0-1 0 0,0 0 1 0 0,-1-1-1 0 0,24-1 13 0 0,-1 0-1 0 0,26 2 1 0 0,28-2 28 0 0,159-5 11 0 0,110-7 12 0 0,-256 7-46 0 0,27-4 13 0 0,145 7-1 0 0,-116 3 15 0 0,-14-1 46 0 0,-98 1-32 0 0,36-4 0 0 0,-44 2 20 0 0,-1 1-1 0 0,0 1 0 0 0,30 3 1 0 0,-48 1 17 0 0,-13 2-48 0 0,-14-1 24 0 0,-2-7-45 0 0,0 2 0 0 0,0 0 0 0 0,-45 5 0 0 0,-11 0-1 0 0,-165-15 46 0 0,57 1-45 0 0,-55 8 9 0 0,-128-6-3 0 0,146 0-4 0 0,125 6-18 0 0,-44 10 9 0 0,18 0 11 0 0,27-4 16 0 0,432-17 50 0 0,86-4-39 0 0,-119 8-15 0 0,55-1 9 0 0,59-2 39 0 0,82 11 80 0 0,-428 2-133 0 0,-47-2-15 0 0,0 2 0 0 0,-1 0 0 0 0,1 1 1 0 0,0 1-1 0 0,21 7 0 0 0,-41-10-20 0 0,-1 0 1 0 0,0 0-1 0 0,0 1 0 0 0,0-1 1 0 0,0 1-1 0 0,0-1 0 0 0,0 1 0 0 0,0-1 1 0 0,0 1-1 0 0,-1 0 0 0 0,1 0 1 0 0,0-1-1 0 0,0 1 0 0 0,0 0 1 0 0,0 1-1 0 0,-1-2-1 0 0,1 1-1 0 0,-1-1 1 0 0,0 1 0 0 0,0-1-1 0 0,0 0 1 0 0,0 1 0 0 0,0-1 0 0 0,0 1-1 0 0,0-1 1 0 0,0 0 0 0 0,0 1-1 0 0,0-1 1 0 0,0 1 0 0 0,0-1-1 0 0,0 1 1 0 0,-1-1 0 0 0,1 0 0 0 0,0 1-1 0 0,0-1 1 0 0,0 1 0 0 0,0-1-1 0 0,-1 0 1 0 0,1 1 0 0 0,0-1-1 0 0,-1 0 1 0 0,1 1 0 0 0,-1-1 0 0 0,-1 2 1 0 0,-1 0 0 0 0,1 0 1 0 0,-1-1-1 0 0,0 0 0 0 0,1 1 1 0 0,-1-1-1 0 0,0 0 0 0 0,0 0 1 0 0,0 0-1 0 0,0-1 0 0 0,0 1 1 0 0,-6-1-1 0 0,-281 3 26 0 0,154-5-22 0 0,-851 2 18 0 0,666-19-17 0 0,-74 1 6 0 0,58 23 6 0 0,657-19-8 0 0,45 0-3 0 0,-74 7-7 0 0,101 5-3 0 0,-323 7 1 0 0,283 12 0 0 0,-188-12 0 0 0,195 31 0 0 0,-289-31 0 0 0,-70-5 0 0 0,0 0 0 0 0,0 0 0 0 0,0 0 0 0 0,-1 0 0 0 0,1 0 0 0 0,0 0 0 0 0,0 0 0 0 0,0 0 0 0 0,0 0 0 0 0,0 1 0 0 0,0-1 0 0 0,0 0 0 0 0,0 0 0 0 0,0 0 0 0 0,0 0 0 0 0,0 0 0 0 0,-1 0 0 0 0,1 0 0 0 0,0 0 0 0 0,0 1 0 0 0,0-1 0 0 0,0 0 0 0 0,0 0 0 0 0,0 0 0 0 0,0 0 0 0 0,0 0 0 0 0,0 0 0 0 0,0 0 0 0 0,0 1 0 0 0,0-1 0 0 0,0 0 0 0 0,0 0 0 0 0,0 0 0 0 0,0 0 0 0 0,0 0 0 0 0,0 0 0 0 0,0 1 0 0 0,1-1 0 0 0,-1 0 0 0 0,0 0 0 0 0,0 0 0 0 0,0 0 0 0 0,0 0 0 0 0,0 0 0 0 0,0 0 0 0 0,0 0 0 0 0,0 1 0 0 0,-12 3 0 0 0,-15-2 2 0 0,-1 0-1 0 0,1-1 0 0 0,-30-4 0 0 0,27 1 1 0 0,-245 2 17 0 0,32 2-3 0 0,-39-8-6 0 0,-410-20 26 0 0,405 18-25 0 0,109 6-6 0 0,86-2-2 0 0,1-3 0 0 0,-102-22-1 0 0,154 24-2 0 0,32 4 0 0 0,-1 1 0 0 0,0-1 0 0 0,1-1 0 0 0,-1 1 0 0 0,1-1 0 0 0,-1-1 0 0 0,-6-2 0 0 0,5-4 0 0 0,13 4 0 0 0,-3 4 0 0 0,1 0 0 0 0,-1 1 0 0 0,0 0 0 0 0,1-1 0 0 0,-1 1 0 0 0,1 0 0 0 0,-1 0 0 0 0,0 0 0 0 0,1 0 0 0 0,-1 0 0 0 0,0 0 0 0 0,1 0 0 0 0,1 0 0 0 0,13 4 0 0 0,1-1 0 0 0,0-1 0 0 0,-1 0 0 0 0,1-1 0 0 0,0-1 0 0 0,0-1 0 0 0,20-3 1 0 0,3 1 0 0 0,173-17 10 0 0,-97 7 3 0 0,157 3-1 0 0,-169 15-4 0 0,140 1 30 0 0,-34-8 33 0 0,261 31-1 0 0,-267-21 0 0 0,-111-6-39 0 0,-46-2-22 0 0,44 4 16 0 0,-86-3-22 0 0,0 0-1 0 0,0-1 1 0 0,0 0 0 0 0,1 0 0 0 0,-1-1 0 0 0,0 1 0 0 0,8-3-1 0 0,-12 3-2 0 0,-1 0 0 0 0,0 0 0 0 0,0-1-1 0 0,1 1 1 0 0,-1 0 0 0 0,0 0 0 0 0,0 0-1 0 0,1 0 1 0 0,-1 0 0 0 0,0 0 0 0 0,1 0-1 0 0,-1 0 1 0 0,0 0 0 0 0,1 0 0 0 0,-1 0-1 0 0,0 0 1 0 0,0 0 0 0 0,1 0 0 0 0,-1 0-1 0 0,0 0 1 0 0,1 0 0 0 0,-1 0 0 0 0,0 0-1 0 0,1 0 1 0 0,-1 0 0 0 0,0 0 0 0 0,0 0-1 0 0,1 1 1 0 0,-1-1 0 0 0,0 0 0 0 0,0 0-1 0 0,1 0 1 0 0,-1 1 0 0 0,0-1 0 0 0,0 0 0 0 0,0 0-1 0 0,1 0 1 0 0,-1 1 0 0 0,0-1 0 0 0,0 0-1 0 0,0 1 1 0 0,0-1 0 0 0,0 0 0 0 0,0 0-1 0 0,1 1 1 0 0,-1-1 0 0 0,0 0 0 0 0,0 1-1 0 0,0-1 1 0 0,0 0 0 0 0,0 0 0 0 0,0 1-1 0 0,0 0 2 0 0,-1-1-1 0 0,1 1 0 0 0,0-1 0 0 0,0 1 0 0 0,-1-1 0 0 0,1 1 0 0 0,0-1 1 0 0,-1 1-1 0 0,1-1 0 0 0,-1 1 0 0 0,1-1 0 0 0,0 1 0 0 0,-1-1 0 0 0,1 0 1 0 0,-1 1-1 0 0,1-1 0 0 0,-1 0 0 0 0,1 0 0 0 0,-1 1 0 0 0,1-1 0 0 0,-1 0 1 0 0,0 0-1 0 0,1 0 0 0 0,-1 1 0 0 0,1-1 0 0 0,-1 0 0 0 0,0 0 1 0 0,0 0-1 0 0,-100 6 44 0 0,26 1-36 0 0,40-6-5 0 0,-369 4 31 0 0,16 3-18 0 0,112 2-10 0 0,-186-12-6 0 0,97-9-6 0 0,96 0 2 0 0,121 4 3 0 0,99 10 0 0 0,51-4 0 0 0,0 0 0 0 0,-1 0 0 0 0,1 0 0 0 0,0 0 0 0 0,0 0 0 0 0,0 1 0 0 0,0-1 0 0 0,0 0 0 0 0,0 1 0 0 0,0 0 0 0 0,2-1 0 0 0,25-4 0 0 0,40-3 0 0 0,247 5 0 0 0,-159 6 0 0 0,693 5-34 0 0,-688-8 15 0 0,74 4-14 0 0,-138 2 27 0 0,107 13 2 0 0,-190-18 4 0 0,-13-1 0 0 0,0 0 0 0 0,0 0 0 0 0,1 0 0 0 0,-1 0 0 0 0,0 1 0 0 0,0-1 0 0 0,0 0 0 0 0,0 1 0 0 0,0 0 0 0 0,1-1 0 0 0,-1 1 0 0 0,0 0 0 0 0,-1 0 0 0 0,1 0 0 0 0,0 0 0 0 0,3 3 0 0 0,-4-1 0 0 0,-10-2 0 0 0,-119 0 0 0 0,-145-2 0 0 0,-23-5 0 0 0,-15-1 0 0 0,-4-5 0 0 0,-184-14 0 0 0,115 7 8 0 0,288 19-1 0 0,70 2-5 0 0,0-2 1 0 0,-48-5-1 0 0,92-5-22 0 0,9 2 16 0 0,15-6-8 0 0,1 2 0 0 0,80-11 0 0 0,0 15-25 0 0,131 9 0 0 0,34-14-12 0 0,-9 1 16 0 0,-141 19 12 0 0,177 0-12 0 0,-204-12 26 0 0,0 4-1 0 0,112 15 1 0 0,-167-8 5 0 0,-24-3 2 0 0,-1 1 0 0 0,41 11 0 0 0,-57-7 0 0 0,-15-8 0 0 0,0 0 0 0 0,0 0 0 0 0,0 0 0 0 0,0 1 0 0 0,1-1 0 0 0,-1 0 0 0 0,0 0 0 0 0,0 0 0 0 0,0 0 0 0 0,0 1 0 0 0,0-1 0 0 0,0 0 0 0 0,0 0 0 0 0,0 0 0 0 0,0 1 0 0 0,0-1 0 0 0,1 0 0 0 0,-1 0 0 0 0,0 0 0 0 0,0 1 0 0 0,0-1 0 0 0,0 0 0 0 0,0 0 0 0 0,-1 0 0 0 0,1 1 0 0 0,0-1 0 0 0,0 0 0 0 0,0 0 0 0 0,0 0 0 0 0,0 1 0 0 0,0-1 0 0 0,0 0 0 0 0,0 0 0 0 0,0 0 0 0 0,0 1 0 0 0,-1-1 0 0 0,1 0 0 0 0,0 0 0 0 0,-2 1 0 0 0,-1 1 0 0 0,1-1 0 0 0,-1-1 0 0 0,1 1 0 0 0,0 0 0 0 0,-1 0 0 0 0,0-1 0 0 0,1 0 0 0 0,-1 1 0 0 0,1-1 0 0 0,-1 0 0 0 0,1 0 0 0 0,-4-1 0 0 0,-94-7 0 0 0,32 2 0 0 0,-79 3 0 0 0,19 13 0 0 0,-115 2 0 0 0,-218-6-31 0 0,233 0 16 0 0,-14-9-5 0 0,-73 3-18 0 0,212 5 22 0 0,-116-10 0 0 0,185 2 13 0 0,4 1-4 0 0,0 0 0 0 0,0-3 0 0 0,-57-15-1 0 0,63 15 2 0 0,21 5 4 0 0,0 0 0 0 0,-1-1 0 0 0,1 1 0 0 0,0-1 0 0 0,0 0 0 0 0,0 0 0 0 0,0 0 0 0 0,-3-2 0 0 0,15-1-16 0 0,5 4 12 0 0,74 0-15 0 0,250-30 10 0 0,-317 27 11 0 0,91-6 0 0 0,183 9 0 0 0,5 1 0 0 0,205 2 2 0 0,-188-8 25 0 0,-74-1-8 0 0,-212 6-10 0 0,-1 1 0 0 0,1 2 0 0 0,-1 1 0 0 0,0 1 0 0 0,58 18 0 0 0,-82-21-8 0 0,17 7 22 0 0,-24-9-22 0 0,1 0 0 0 0,0 0 0 0 0,0 0-1 0 0,-1 0 1 0 0,1 0 0 0 0,0 0 0 0 0,0 0-1 0 0,-1 0 1 0 0,1 0 0 0 0,0 0 0 0 0,0 0-1 0 0,-1 0 1 0 0,1 0 0 0 0,0 1 0 0 0,0-1-1 0 0,0 0 1 0 0,-1 0 0 0 0,1 0 0 0 0,0 0-1 0 0,0 0 1 0 0,0 1 0 0 0,-1-1 0 0 0,1 0-1 0 0,0 0 1 0 0,0 0 0 0 0,0 0 0 0 0,0 1-1 0 0,0-1 1 0 0,-1 0 0 0 0,1 0 0 0 0,0 1-1 0 0,0-1 1 0 0,0 0 0 0 0,0 0-1 0 0,0 1 1 0 0,0-1 0 0 0,0 0 0 0 0,0 0-1 0 0,0 1 1 0 0,0-1 0 0 0,0 0 0 0 0,0 0-1 0 0,0 1 1 0 0,0-1 0 0 0,0 0 0 0 0,0 0-1 0 0,0 0 1 0 0,0 1 0 0 0,0-1 0 0 0,0 0-1 0 0,1 0 1 0 0,-1 1 0 0 0,0-1 0 0 0,0 0-1 0 0,0 0 1 0 0,0 0 0 0 0,0 1 0 0 0,1-1-1 0 0,-1 0 1 0 0,0 0 0 0 0,0 0 0 0 0,0 0-1 0 0,1 0 1 0 0,-1 1 0 0 0,0-1 0 0 0,1 0-1 0 0,-22-1 26 0 0,-52-8-12 0 0,-12-2 14 0 0,-108 0 0 0 0,-364-10-5 0 0,460 13-22 0 0,-172 8-1 0 0,-29-10 0 0 0,19-1 0 0 0,223 13 0 0 0,-20 2 0 0 0,0-3 0 0 0,-142-17 0 0 0,106-3 0 0 0,164 21 0 0 0,101-7 0 0 0,-130 3 0 0 0,93-9 0 0 0,-63 4 0 0 0,1 2 0 0 0,55 3 0 0 0,57 15 2 0 0,148 4 3 0 0,-232-20-1 0 0,112 3 11 0 0,2 26-5 0 0,-109-12 8 0 0,129 3 0 0 0,-104-16 14 0 0,-112-1-31 0 0,-1 0-1 0 0,1 0 0 0 0,0 0 1 0 0,-1 1-1 0 0,1-1 0 0 0,0 0 1 0 0,-1 0-1 0 0,1 1 1 0 0,0-1-1 0 0,-1 0 0 0 0,1 1 1 0 0,0-1-1 0 0,0 0 0 0 0,0 1 1 0 0,-1-1-1 0 0,1 1 0 0 0,0-1 1 0 0,0 0-1 0 0,0 1 0 0 0,0-1 1 0 0,0 1-1 0 0,0-1 0 0 0,0 0 1 0 0,0 1-1 0 0,0-1 1 0 0,0 1-1 0 0,0-1 0 0 0,0 0 1 0 0,0 1-1 0 0,0-1 0 0 0,0 1 1 0 0,0-1-1 0 0,0 1 0 0 0,0-1 1 0 0,0 0-1 0 0,1 1 0 0 0,-1-1 1 0 0,0 0-1 0 0,0 1 1 0 0,1-1-1 0 0,-1 0 0 0 0,0 1 1 0 0,0-1-1 0 0,1 0 0 0 0,-1 1 1 0 0,0-1-1 0 0,1 0 0 0 0,-1 0 1 0 0,0 1-1 0 0,1-1 0 0 0,-1 0 1 0 0,0 0-1 0 0,1 0 0 0 0,-1 0 1 0 0,1 0-1 0 0,-1 1 1 0 0,0-1-1 0 0,1 0 0 0 0,-1 0 1 0 0,1 0-1 0 0,-1 0 0 0 0,1 0 1 0 0,-1 0-1 0 0,-6 2 1 0 0,-4 2-1 0 0,0-1 1 0 0,0 0-1 0 0,0-1 0 0 0,-21 3 1 0 0,-64 0 1 0 0,0-4 0 0 0,-132-16 0 0 0,48 3-8 0 0,123 11 2 0 0,-96 13 0 0 0,95-5-4 0 0,-71-2 0 0 0,1-10-3 0 0,47 0 1 0 0,0 3 0 0 0,-104 12-1 0 0,161-7 11 0 0,-1-1 0 0 0,0-1 0 0 0,1 0 0 0 0,-46-7 0 0 0,67 6 1 0 0,1 0-1 0 0,0 0 1 0 0,0 0-1 0 0,0 0 1 0 0,0 0-1 0 0,0-1 1 0 0,0 1-1 0 0,0 0 1 0 0,0 0-1 0 0,0-1 1 0 0,0 1-1 0 0,0-1 1 0 0,0 1-1 0 0,0-1 1 0 0,0 1-1 0 0,0-1 1 0 0,0 1-1 0 0,0-1 1 0 0,0 0-1 0 0,1 0 1 0 0,-1 1-1 0 0,0-1 1 0 0,0 0-1 0 0,0-1 1 0 0,2 0 0 0 0,0 1 0 0 0,-1 0-1 0 0,1 0 1 0 0,0 0 0 0 0,0 0 0 0 0,1-1 0 0 0,-1 1 0 0 0,0 1 0 0 0,0-1 0 0 0,0 0 0 0 0,1 0 0 0 0,-1 0 0 0 0,0 1 0 0 0,1-1-1 0 0,-1 0 1 0 0,1 1 0 0 0,-1 0 0 0 0,1-1 0 0 0,1 1 0 0 0,148-44 18 0 0,-117 35-15 0 0,0 1 1 0 0,0 2-1 0 0,68-3 1 0 0,107 13 12 0 0,-169-3-14 0 0,56 2 13 0 0,111-13 0 0 0,-118 5-5 0 0,0 4 0 0 0,165 20-1 0 0,-173-14 3 0 0,1-4-1 0 0,122-13 1 0 0,-166 9-11 0 0,67 1 12 0 0,-92 2-13 0 0,-1 1 1 0 0,1 1 0 0 0,-1 0 0 0 0,1 1-1 0 0,-1 0 1 0 0,14 6 0 0 0,-26-9-2 0 0,1 0 0 0 0,-1 0 1 0 0,0 0-1 0 0,0 0 0 0 0,1 0 0 0 0,-1 0 1 0 0,0 0-1 0 0,0 0 0 0 0,0 1 0 0 0,1-1 1 0 0,-1 0-1 0 0,0 0 0 0 0,0 0 1 0 0,1 0-1 0 0,-1 0 0 0 0,0 0 0 0 0,0 0 1 0 0,0 1-1 0 0,1-1 0 0 0,-1 0 0 0 0,0 0 1 0 0,0 0-1 0 0,0 1 0 0 0,0-1 1 0 0,0 0-1 0 0,1 0 0 0 0,-1 0 0 0 0,0 1 1 0 0,0-1-1 0 0,0 0 0 0 0,0 0 0 0 0,0 0 1 0 0,0 1-1 0 0,0-1 0 0 0,0 0 1 0 0,0 0-1 0 0,0 1 0 0 0,0-1 0 0 0,0 0 1 0 0,0 0-1 0 0,0 1 0 0 0,0-1 0 0 0,0 0 1 0 0,0 0-1 0 0,0 1 0 0 0,0-1 1 0 0,0 0-1 0 0,0 0 0 0 0,-1 0 0 0 0,1 1 1 0 0,0-1-1 0 0,0 0 0 0 0,0 0 0 0 0,0 0 1 0 0,0 1-1 0 0,-1-1 0 0 0,1 0 1 0 0,-21 10 4 0 0,-34 2-1 0 0,-55 7 11 0 0,52-8-11 0 0,-1-3 1 0 0,-73 2-1 0 0,-70-25 3 0 0,132 7-3 0 0,-95 1 1 0 0,9 17-1 0 0,-60 0 3 0 0,156-11-5 0 0,-36 0 12 0 0,-138 15-1 0 0,81 5 8 0 0,-255 0-1 0 0,75-10 35 0 0,327-9-52 0 0,0 1 1 0 0,0-1-1 0 0,0 1 0 0 0,0 1 1 0 0,0-1-1 0 0,0 1 0 0 0,-7 3 1 0 0,22-9 1 0 0,1 1-1 0 0,-1 0 1 0 0,1 0 0 0 0,0 1 0 0 0,0 0 0 0 0,20-1 0 0 0,67 3-7 0 0,-65 2 7 0 0,309 0-1 0 0,137 5 3 0 0,-120 2 6 0 0,-81-3 7 0 0,176 22 59 0 0,-319-24-28 0 0,-88-4-7 0 0,0 1 0 0 0,73 12-1 0 0,-100-3-16 0 0,-14-4 6 0 0,-14-1 35 0 0,-654 38 40 0 0,313-27-96 0 0,107-8-10 0 0,-85 7 4 0 0,-86 8-6 0 0,38-7 1 0 0,175-5-8 0 0,-18-15 4 0 0,168 5-1 0 0,42 0 4 0 0,-1-1-1 0 0,0 1 1 0 0,0-2-1 0 0,-16-2 0 0 0,15-4 1 0 0,11 3 0 0 0,8 3 0 0 0,0 1 2 0 0,66-3 6 0 0,263-21 48 0 0,-237 14-19 0 0,128 5 0 0 0,-62 3-1 0 0,648-1 203 0 0,-628 1-175 0 0,121 6 57 0 0,-235 2-88 0 0,354 38 261 0 0,-421-43-280 0 0,0 0 0 0 0,0 0-1 0 0,0 0 1 0 0,0 1 0 0 0,0 0 0 0 0,0 0 0 0 0,6 4 0 0 0,-10-6 12 0 0,-8 5 24 0 0,-15 2-36 0 0,-1 0-1 0 0,0-1 1 0 0,-1-2 0 0 0,-34 3 0 0 0,-103-3 21 0 0,59-2-27 0 0,-736 31 44 0 0,522-14-50 0 0,103-4-2 0 0,-13-10-2 0 0,161-2-9 0 0,54-1 11 0 0,0-1-1 0 0,0 0 1 0 0,-1-1-1 0 0,1 0 1 0 0,0-1-1 0 0,0 0 1 0 0,-20-5-1 0 0,29 6 0 0 0,1-1 0 0 0,-1 1-1 0 0,1-1 1 0 0,-1 0 0 0 0,1 0 0 0 0,-1 0 0 0 0,1 1-1 0 0,0-1 1 0 0,-1 0 0 0 0,1-1 0 0 0,0 1 0 0 0,0 0-1 0 0,0 0 1 0 0,0 0 0 0 0,-2-3 0 0 0,3 4 1 0 0,0 0-1 0 0,0-1 1 0 0,0 1 0 0 0,0 0-1 0 0,0-1 1 0 0,1 1 0 0 0,-1 0-1 0 0,0-1 1 0 0,0 1 0 0 0,0 0-1 0 0,0-1 1 0 0,0 1 0 0 0,0 0-1 0 0,0-1 1 0 0,1 1 0 0 0,-1 0 0 0 0,0-1-1 0 0,0 1 1 0 0,0 0 0 0 0,1 0-1 0 0,-1-1 1 0 0,0 1 0 0 0,0 0-1 0 0,1 0 1 0 0,-1 0 0 0 0,0-1-1 0 0,1 1 1 0 0,-1 0 0 0 0,0 0-1 0 0,1 0 1 0 0,-1 0 0 0 0,1-1 0 0 0,27-4-2 0 0,241-19 2 0 0,250-15 0 0 0,161 27 7 0 0,-397 13 0 0 0,-47 1 2 0 0,127 2 14 0 0,-293 4-19 0 0,-55-5-1 0 0,1 0-1 0 0,-1-2 1 0 0,1 0-1 0 0,24-2 1 0 0,-27 5 2 0 0,-12-4-5 0 0,-1 0 1 0 0,0 0-1 0 0,0 0 0 0 0,0 0 0 0 0,0 1 0 0 0,0-1 1 0 0,0 0-1 0 0,1 0 0 0 0,-1 0 0 0 0,0 1 1 0 0,0-1-1 0 0,0 0 0 0 0,0 0 0 0 0,0 0 0 0 0,0 1 1 0 0,0-1-1 0 0,0 0 0 0 0,0 0 0 0 0,0 0 0 0 0,0 1 1 0 0,0-1-1 0 0,0 0 0 0 0,0 0 0 0 0,0 1 0 0 0,0-1 1 0 0,0 0-1 0 0,0 0 0 0 0,0 0 0 0 0,0 1 1 0 0,0-1-1 0 0,-1 0 0 0 0,1 0 0 0 0,0 0 0 0 0,0 1 1 0 0,0-1-1 0 0,0 0 0 0 0,0 0 0 0 0,-1 0 0 0 0,1 0 1 0 0,0 0-1 0 0,0 1 0 0 0,0-1 0 0 0,0 0 1 0 0,-1 0-1 0 0,1 0 0 0 0,0 0 0 0 0,0 0 0 0 0,0 0 1 0 0,-1 0-1 0 0,1 0 0 0 0,0 0 0 0 0,0 0 0 0 0,-1 0 1 0 0,1 0-1 0 0,0 0 0 0 0,-1 0 0 0 0,-30 10 11 0 0,-1-2 0 0 0,0-2 0 0 0,-60 5 0 0 0,44-6-7 0 0,-417 32 52 0 0,154-15-30 0 0,-140-5 14 0 0,61-5-2 0 0,95 0 4 0 0,233-19-27 0 0,15 1 0 0 0,47 6-14 0 0,0 0-1 0 0,-1 0 0 0 0,1 0 1 0 0,0 0-1 0 0,0 0 0 0 0,0 0 0 0 0,0 0 1 0 0,-1 0-1 0 0,1 0 0 0 0,0 0 1 0 0,0 0-1 0 0,0 0 0 0 0,0 0 1 0 0,-1 0-1 0 0,1 0 0 0 0,0 0 1 0 0,0 0-1 0 0,0 0 0 0 0,0 0 1 0 0,-1 0-1 0 0,1-1 0 0 0,0 1 1 0 0,0 0-1 0 0,0 0 0 0 0,0 0 1 0 0,-1 0-1 0 0,1 0 0 0 0,0 0 0 0 0,0 0 1 0 0,0-1-1 0 0,0 1 0 0 0,0 0 1 0 0,0 0-1 0 0,0 0 0 0 0,0 0 1 0 0,-1 0-1 0 0,1-1 0 0 0,0 1 1 0 0,0 0-1 0 0,0 0 0 0 0,0 0 1 0 0,0 0-1 0 0,0-1 0 0 0,0 1 1 0 0,0 0-1 0 0,0 0 0 0 0,0-1 0 0 0,8-6 7 0 0,19-7-3 0 0,40 7 12 0 0,297-29 8 0 0,1162 24-2 0 0,-1165 25-16 0 0,137 12 4 0 0,-305 0-3 0 0,-185-24-7 0 0,0 0 0 0 0,0 1 0 0 0,0 0 1 0 0,0 0-1 0 0,-1 1 0 0 0,1-1 0 0 0,10 7 0 0 0,-51-3 0 0 0,-187 15-8 0 0,-98 6-14 0 0,124-23 1 0 0,-102 3-24 0 0,-133-1-41 0 0,72-3-5 0 0,-224-17-101 0 0,240 7 16 0 0,279 9 125 0 0,47 0 23 0 0,1-1-1 0 0,-24-2 1 0 0,14-5-14 0 0,18 2 9 0 0,11 1-44 0 0,186-11-22 0 0,208 12 1 0 0,374 16 98 0 0,-566-10 11 0 0,134 5 16 0 0,157 20 31 0 0,-391-24-21 0 0,0 4 0 0 0,135 28 1 0 0,-237-35-32 0 0,21 4 11 0 0,-25-6-15 0 0,0 1 0 0 0,-1-1-1 0 0,1 0 1 0 0,0 0 0 0 0,0 0-1 0 0,-1 1 1 0 0,1-1 0 0 0,0 1-1 0 0,-1-1 1 0 0,1 0-1 0 0,0 1 1 0 0,-1-1 0 0 0,1 1-1 0 0,0-1 1 0 0,-1 1 0 0 0,1 0-1 0 0,-1-1 1 0 0,1 1-1 0 0,-1 0 1 0 0,0-1 0 0 0,1 1-1 0 0,0 1 1 0 0,-2-2-1 0 0,1 1 0 0 0,-1-1 1 0 0,0 1-1 0 0,1-1 0 0 0,-1 0 0 0 0,0 1 0 0 0,1-1 1 0 0,-1 0-1 0 0,0 1 0 0 0,1-1 0 0 0,-1 0 0 0 0,0 0 1 0 0,0 0-1 0 0,1 0 0 0 0,-1 0 0 0 0,0 0 0 0 0,0 0 1 0 0,1 0-1 0 0,-1 0 0 0 0,0 0 0 0 0,0 0 0 0 0,1 0 1 0 0,-1-1-1 0 0,0 1 0 0 0,0 0 0 0 0,1 0 0 0 0,-2-1 1 0 0,-3 0 5 0 0,-7 0 1 0 0,1 1 1 0 0,0 0-1 0 0,-1 1 0 0 0,-15 3 0 0 0,-27 3 7 0 0,-56 0 3 0 0,-279 2 35 0 0,331-13-48 0 0,-264-10 18 0 0,-215 1 8 0 0,179 9-24 0 0,41 1-8 0 0,-74-4 1 0 0,135 4-8 0 0,189 0 0 0 0,-130-23-1 0 0,158 14-4 0 0,-6 0-11 0 0,76-1-12 0 0,-17 11 28 0 0,1 1 1 0 0,-1 0-1 0 0,1 1 0 0 0,19 3 1 0 0,32-1-9 0 0,128-14-26 0 0,47-3 3 0 0,-45 17 5 0 0,142-1-32 0 0,177 5 27 0 0,-190 1 35 0 0,13 13 4 0 0,-54-2 0 0 0,-214-10 0 0 0,-54-6 2 0 0,-1 0 0 0 0,0 0 0 0 0,1-1 0 0 0,27-3 0 0 0,-17 1 6 0 0,-25 0-7 0 0,-1 1-1 0 0,1 0 0 0 0,-1 0 1 0 0,0 0-1 0 0,1 0 1 0 0,-1 0-1 0 0,1 0 0 0 0,-1 0 1 0 0,1 0-1 0 0,-1 0 1 0 0,1 0-1 0 0,-1 0 0 0 0,0 0 1 0 0,1 0-1 0 0,-1 0 1 0 0,1 0-1 0 0,-1 1 0 0 0,0-1 1 0 0,1 0-1 0 0,-1 0 1 0 0,1 0-1 0 0,-1 1 0 0 0,0-1 1 0 0,1 0-1 0 0,-1 1 1 0 0,0-1-1 0 0,1 0 0 0 0,-1 0 1 0 0,0 1-1 0 0,0-1 1 0 0,1 1-1 0 0,-1-1 0 0 0,0 0 1 0 0,0 1-1 0 0,1-1 1 0 0,-1 0-1 0 0,0 1 0 0 0,0-1 1 0 0,0 1-1 0 0,0-1 1 0 0,0 1-1 0 0,0-1 1 0 0,0 0-1 0 0,0 1 0 0 0,0-1 1 0 0,0 1-1 0 0,0-1 1 0 0,0 1-1 0 0,0-1 0 0 0,0 1 1 0 0,0-1-1 0 0,0 0 1 0 0,0 1-1 0 0,-1 0 0 0 0,0 0 2 0 0,0 0 0 0 0,0 0 0 0 0,0 0 0 0 0,0 1-1 0 0,0-1 1 0 0,0 0 0 0 0,-1 0 0 0 0,1-1 0 0 0,0 1-1 0 0,-1 0 1 0 0,1 0 0 0 0,-1-1 0 0 0,1 1 0 0 0,0-1-1 0 0,-1 1 1 0 0,1-1 0 0 0,-3 1 0 0 0,-42 3 29 0 0,-316-5 37 0 0,3-2-8 0 0,14-9 6 0 0,102-1-25 0 0,93 13-13 0 0,-157-9-3 0 0,-97-22-12 0 0,181 16-10 0 0,13-7-3 0 0,201 20-1 0 0,0 0 0 0 0,-1 0-1 0 0,1-1 1 0 0,0 0 0 0 0,-14-7-1 0 0,23 7-11 0 0,9 0 3 0 0,15 0-5 0 0,149 3-40 0 0,-31-1 14 0 0,-62 2 22 0 0,185 8-34 0 0,81 7-18 0 0,-46-4 44 0 0,43 4 18 0 0,47 3 2 0 0,-9 1 10 0 0,234 21 4 0 0,-510-30 1 0 0,95 14 36 0 0,-176-17-32 0 0,-24-8-11 0 0,1 1 0 0 0,0-1 0 0 0,-1 0 0 0 0,1 0 0 0 0,-1 1 1 0 0,1-1-1 0 0,-1 0 0 0 0,1 1 0 0 0,0-1 0 0 0,-1 1 0 0 0,1-1 0 0 0,-1 0 0 0 0,0 1 0 0 0,1-1 0 0 0,-1 1 0 0 0,1-1 0 0 0,-1 1 0 0 0,0 0 0 0 0,1-1 0 0 0,-1 1 0 0 0,0-1 0 0 0,0 1 0 0 0,1 0 0 0 0,-1-1 0 0 0,0 1 0 0 0,0 0 1 0 0,0-1-1 0 0,0 1 0 0 0,0 1 0 0 0,-27-1 53 0 0,20 0-49 0 0,-1 0 0 0 0,1-1 0 0 0,-1 0 0 0 0,0 0 0 0 0,1-1 0 0 0,-11-2 0 0 0,-15-1 6 0 0,-470-1 94 0 0,424 7-96 0 0,-162-3 37 0 0,-154 8-4 0 0,351-8-38 0 0,37 0-2 0 0,1 0 0 0 0,-1 1-1 0 0,0 0 1 0 0,1 0 0 0 0,-1 1 0 0 0,-10 2-1 0 0,16-3-1 0 0,1 0 0 0 0,-1 1 0 0 0,0-1 0 0 0,1 0 0 0 0,-1 1 0 0 0,1-1 0 0 0,-1 0 0 0 0,1 0 0 0 0,-1 0 0 0 0,0 0 0 0 0,1 0 0 0 0,-1 0 0 0 0,0 0 0 0 0,1 0 0 0 0,-1 0 0 0 0,1 0 0 0 0,-1 0 0 0 0,0 0 0 0 0,1 0 0 0 0,-1 0 0 0 0,1 0 0 0 0,-1-1 0 0 0,1 1 0 0 0,-1 0 0 0 0,0-1 0 0 0,1 1 0 0 0,-1 0 0 0 0,1-1 0 0 0,-1 1 0 0 0,1 0 0 0 0,0-1 0 0 0,-1 1 0 0 0,1-1 0 0 0,-1 1-1 0 0,1-1 1 0 0,0 1 0 0 0,-1-1 0 0 0,1 0-1 0 0,1-1 1 0 0,-1 1-1 0 0,1 0 0 0 0,-1 0 0 0 0,1 0 0 0 0,0 0 0 0 0,-1 0 0 0 0,1 0 0 0 0,0 0 0 0 0,0 0 0 0 0,0 0 1 0 0,-1 0-1 0 0,1 0 0 0 0,0 1 0 0 0,0-1 0 0 0,0 0 0 0 0,1 1 0 0 0,-1-1 0 0 0,0 1 0 0 0,0-1 0 0 0,0 1 0 0 0,0-1 1 0 0,2 0-1 0 0,31-8-5 0 0,-1 0 1 0 0,1 2 0 0 0,0 2 0 0 0,50-3 0 0 0,-15 2-4 0 0,217-15-58 0 0,-183 16 46 0 0,-16 1 1 0 0,0 3 0 0 0,0 5 0 0 0,92 15 0 0 0,74 5 2 0 0,20 3 5 0 0,-206-19 13 0 0,-50-7 0 0 0,1 1 0 0 0,-1 0 0 0 0,1 2 0 0 0,30 9 0 0 0,-37-8 0 0 0,-8-3 0 0 0,1-1 0 0 0,-1 1 0 0 0,0-1 0 0 0,1 0 0 0 0,-1 0 0 0 0,1 0 0 0 0,-1 0 0 0 0,1-1 0 0 0,-1 1 0 0 0,1-1 0 0 0,0 0 0 0 0,5 0 0 0 0,-9 0 0 0 0,0 0 0 0 0,0 0 0 0 0,-1 0 0 0 0,1 0 0 0 0,0 0 0 0 0,0 1 0 0 0,0-1 0 0 0,0 0 0 0 0,0 0 0 0 0,-1 0 0 0 0,1 0 0 0 0,0 1 0 0 0,0-1 0 0 0,0 0 0 0 0,0 0 0 0 0,0 0 0 0 0,0 1 0 0 0,0-1 0 0 0,0 0 0 0 0,0 0 0 0 0,0 0 0 0 0,0 1 0 0 0,0-1 0 0 0,0 0 0 0 0,0 0 0 0 0,0 0 0 0 0,0 1 0 0 0,0-1 0 0 0,0 0 0 0 0,0 0 0 0 0,0 1 0 0 0,0-1 0 0 0,0 0 0 0 0,0 0 0 0 0,0 0 0 0 0,0 0 0 0 0,0 1 0 0 0,1-1 0 0 0,-1 0 0 0 0,0 0 0 0 0,0 0 0 0 0,0 0 0 0 0,0 1 0 0 0,1-1 0 0 0,-1 0 0 0 0,0 0 0 0 0,0 0 0 0 0,0 0 0 0 0,0 0 0 0 0,1 0 0 0 0,-1 0 0 0 0,0 1 0 0 0,-19 3 0 0 0,-1-1-1 0 0,0-1 0 0 0,0 0 1 0 0,-28-3-1 0 0,-29 4-2 0 0,27 2 1 0 0,10-2 0 0 0,1 2-1 0 0,-42 11 0 0 0,61-12-2 0 0,0 0 0 0 0,-39 1 0 0 0,-7 1-5 0 0,53-5 6 0 0,-1-1 1 0 0,1 0-1 0 0,-1-1 0 0 0,1 0 1 0 0,0-1-1 0 0,-14-4 0 0 0,-25-3-9 0 0,44 8 11 0 0,-1-1-1 0 0,1 0 0 0 0,0 0 0 0 0,1-1 1 0 0,-10-4-1 0 0,-22-7-27 0 0,37 13 28 0 0,1 0 1 0 0,0 1 0 0 0,0-1-1 0 0,0 0 1 0 0,0 0 0 0 0,0 0 0 0 0,0 1-1 0 0,0-1 1 0 0,0 0 0 0 0,0 0-1 0 0,0-1 1 0 0,0 1 0 0 0,-1-2 0 0 0,2 3 0 0 0,0-1 0 0 0,0 1 1 0 0,-1 0-1 0 0,1 0 1 0 0,0-1-1 0 0,0 1 1 0 0,0 0-1 0 0,0 0 0 0 0,-1-1 1 0 0,1 1-1 0 0,0 0 1 0 0,0 0-1 0 0,0-1 1 0 0,0 1-1 0 0,0 0 0 0 0,0-1 1 0 0,0 1-1 0 0,0 0 1 0 0,0-1-1 0 0,0 1 1 0 0,0 0-1 0 0,0-1 0 0 0,0 1 1 0 0,0 0-1 0 0,0 0 1 0 0,0-1-1 0 0,0 1 1 0 0,0 0-1 0 0,0-1 0 0 0,0 1 1 0 0,1 0-1 0 0,-1 0 1 0 0,0-1-1 0 0,0 1 1 0 0,0 0-1 0 0,1 0 0 0 0,-1-1 1 0 0,0 1-1 0 0,0 0 1 0 0,0 0-1 0 0,1 0 1 0 0,-1-1-1 0 0,0 1 0 0 0,1 0 1 0 0,-1 0-1 0 0,0 0 1 0 0,0 0-1 0 0,1 0 1 0 0,-1 0-1 0 0,0-1 0 0 0,1 1 1 0 0,-1 0-1 0 0,0 0 1 0 0,0 0-1 0 0,1 0 1 0 0,0 0-1 0 0,150-5-14 0 0,261-44-1 0 0,-376 37 21 0 0,-12 2 1 0 0,-15 11 11 0 0,-24 1-5 0 0,-167 6-16 0 0,52-1-1 0 0,107-7 0 0 0,16 0 5 0 0,0 0 0 0 0,0 0-1 0 0,0 1 1 0 0,0 0 0 0 0,0 0 0 0 0,1 0 0 0 0,-1 1 0 0 0,-12 5-1 0 0,3-1 10 0 0,24-12 28 0 0,27-12 5 0 0,-17 11-29 0 0,1 1 0 0 0,0 1 0 0 0,26-3 0 0 0,-22 4 6 0 0,42-13 0 0 0,-44 10-6 0 0,0 2 0 0 0,0 0 0 0 0,1 2 0 0 0,-1 0 0 0 0,44 1 0 0 0,35 1 55 0 0,162 19 0 0 0,-198-13-45 0 0,16 2 18 0 0,-77-6-38 0 0,1-1-1 0 0,-1 0 1 0 0,0 0-1 0 0,1 0 1 0 0,-1-1-1 0 0,1 1 1 0 0,-1-1-1 0 0,5-1 1 0 0,16-1 61 0 0,-23 3-47 0 0,-35 0 41 0 0,-36 1-39 0 0,-85-2 8 0 0,45-3-2 0 0,-130 14 0 0 0,24 0 7 0 0,178-10-26 0 0,0-1 0 0 0,-1-2-1 0 0,1-1 1 0 0,-54-14 0 0 0,12 3 2 0 0,57 11-6 0 0,13 4 1 0 0,-1-2-1 0 0,1 0 1 0 0,1 0-1 0 0,-1 0 1 0 0,0-1 0 0 0,1-1-1 0 0,-13-5 1 0 0,22 8-3 0 0,-1 1 1 0 0,0 0 0 0 0,1 0 0 0 0,-1-1 0 0 0,0 1 0 0 0,0 0 0 0 0,1-1 0 0 0,-1 1 0 0 0,0-1 0 0 0,1 1 0 0 0,-1-1 0 0 0,0 1 0 0 0,1-1 0 0 0,-1 1 0 0 0,1-1 0 0 0,-1 0 0 0 0,1 1 0 0 0,-1-1 0 0 0,1 0 0 0 0,0 1 0 0 0,-1-1 0 0 0,1 0 0 0 0,0 0 0 0 0,-1 1 0 0 0,1-1 0 0 0,0 0 0 0 0,0 0 0 0 0,0 0 0 0 0,0 1 0 0 0,0-1 0 0 0,0 0 0 0 0,0 0 0 0 0,0 0 0 0 0,0-1 0 0 0,0 1-1 0 0,6 0 8 0 0,322-6 33 0 0,-74 2-16 0 0,-16 0-11 0 0,-187 4-11 0 0,0 3 0 0 0,73 12-1 0 0,-78-12 5 0 0,-36-2-5 0 0,0 0 0 0 0,0 1 0 0 0,0 0-1 0 0,16 4 1 0 0,-25-4-1 0 0,1-1-1 0 0,0 0 0 0 0,-1 0 1 0 0,1 0-1 0 0,-1 0 0 0 0,1 0 1 0 0,-1 0-1 0 0,1 0 0 0 0,-1 0 1 0 0,1-1-1 0 0,-1 1 0 0 0,3-1 1 0 0,7-1 10 0 0,-112-10-4 0 0,-358-31-6 0 0,108 16-1 0 0,202 13 0 0 0,39-1 0 0 0,-22-1 0 0 0,130 16 0 0 0,0 0 0 0 0,-1-1 0 0 0,1 1 0 0 0,0-1 0 0 0,0 1 0 0 0,0-1 0 0 0,0 0 0 0 0,-1 0 0 0 0,1 0 0 0 0,0 0 0 0 0,-2-2 0 0 0,0 1 0 0 0,6 1 0 0 0,5-1 0 0 0,11-4 0 0 0,0 0 0 0 0,1 2 0 0 0,-1 0 0 0 0,1 0 0 0 0,35 0 0 0 0,98 9 0 0 0,-61 0 0 0 0,212-5 0 0 0,-231 3 0 0 0,-54-1 0 0 0,0-1 0 0 0,33-2 0 0 0,62-4 0 0 0,-59 4 0 0 0,35 5 0 0 0,-65-3 0 0 0,-41 1 0 0 0,-42 2 0 0 0,12-5 0 0 0,-67-8 0 0 0,63 4 0 0 0,44 5 0 0 0,-208-23 0 0 0,191 19 0 0 0,-5 0 0 0 0,-47-14 0 0 0,76 18 0 0 0,-1 0 0 0 0,0 0 0 0 0,1 0 0 0 0,-1 0 0 0 0,1 0 0 0 0,-1 0 0 0 0,1 0 0 0 0,-1 0 0 0 0,1 0 0 0 0,-1-1 0 0 0,1 1 0 0 0,-1 0 0 0 0,1 0 0 0 0,-1-1 0 0 0,1 1 0 0 0,-1 0 0 0 0,1 0 0 0 0,-1-1 0 0 0,1 1 0 0 0,0-1 0 0 0,-1 1 0 0 0,1 0 0 0 0,0-1 0 0 0,-1 1 0 0 0,1-1 0 0 0,0 1 0 0 0,-1-1 0 0 0,1 1 0 0 0,0-1 0 0 0,0 1 0 0 0,0-1 0 0 0,-1 1 0 0 0,1-1 0 0 0,0 1 0 0 0,0-1 0 0 0,0 1 0 0 0,0-1 0 0 0,0 1 0 0 0,0-1 0 0 0,0 0 0 0 0,0 1 0 0 0,0-1 0 0 0,0 1 0 0 0,0-1 0 0 0,1 1 0 0 0,-1-1 0 0 0,1-1 0 0 0,1 1 0 0 0,-1-1 0 0 0,0 1 0 0 0,1 0 0 0 0,-1 0 0 0 0,1 0 0 0 0,-1 0 0 0 0,1 0 0 0 0,0 0 0 0 0,-1 0 0 0 0,1 0 0 0 0,2 0 0 0 0,28-8 4 0 0,43-7 0 0 0,-23 6-4 0 0,-29 6 2 0 0,0 0 0 0 0,1 2 0 0 0,0 1 0 0 0,0 1 0 0 0,-1 1 0 0 0,1 1 0 0 0,30 6 0 0 0,-33-6 5 0 0,1 0 0 0 0,39-2 1 0 0,-25 0 4 0 0,-39-6-4 0 0,-10-5-7 0 0,-2 1 1 0 0,1 0-1 0 0,-1 1 1 0 0,-1 1 0 0 0,0 0-1 0 0,0 1 1 0 0,-29-8-1 0 0,-1 2 5 0 0,-82-10 0 0 0,21 7 5 0 0,-109-32 0 0 0,188 42-7 0 0,-1 1-1 0 0,-42-3 0 0 0,-19-1 3 0 0,57 5-6 0 0,-1 1 0 0 0,-54 4 0 0 0,26 1 0 0 0,60-3 0 0 0,5 1 0 0 0,8-3 0 0 0,16-6 0 0 0,2 0 0 0 0,1 0 0 0 0,-1 2 0 0 0,1 2 0 0 0,1 0 0 0 0,38 0 0 0 0,-6 7 0 0 0,-1 3 0 0 0,63 12 0 0 0,15 9 0 0 0,-50-19 0 0 0,-45-6 0 0 0,-37-1 0 0 0,1 0 0 0 0,-1 0 0 0 0,0 1 0 0 0,0-1 0 0 0,12 4 0 0 0,-6 4 0 0 0,-13-7 0 0 0,0 0 0 0 0,0 0 0 0 0,0-1 0 0 0,1 1 0 0 0,-1 0 0 0 0,0-1 0 0 0,1 1 0 0 0,-1-1 0 0 0,1 1 0 0 0,-1-1 0 0 0,1 0 0 0 0,1 1 0 0 0,-72-7 0 0 0,31 1 0 0 0,-239-47 0 0 0,91 16 0 0 0,159 32 0 0 0,-12-4 2 0 0,0 2-1 0 0,-1 2 0 0 0,0 1 1 0 0,-61 5-1 0 0,-26 1 4 0 0,91-4-4 0 0,-1 2 1 0 0,-58 9-1 0 0,72-7-1 0 0,4-1 0 0 0,21 1 0 0 0,11 2 0 0 0,5-1 0 0 0,1-1 0 0 0,32 2 0 0 0,164-2 0 0 0,-29-2 0 0 0,-120 3 0 0 0,-36-2 0 0 0,-1 2 0 0 0,49 13 0 0 0,1 0 0 0 0,-4-4 16 0 0,-117-14-7 0 0,-52-11-9 0 0,84 11 1 0 0,-50-8 1 0 0,-166-19 2 0 0,184 27-2 0 0,-74 10-1 0 0,81-4 2 0 0,0-3-1 0 0,-55-1 1 0 0,-93-25 9 0 0,124 16-11 0 0,55 7-1 0 0,-1 1 0 0 0,1-1 0 0 0,0 1 0 0 0,0 1 0 0 0,-1-1 0 0 0,1 0 0 0 0,0 1 0 0 0,0 0 0 0 0,0 0 0 0 0,-7 3 0 0 0,11-4 1 0 0,1-1-1 0 0,-1 1 0 0 0,0 0 0 0 0,0 0 1 0 0,0 0-1 0 0,0 0 0 0 0,1 0 0 0 0,-1 0 1 0 0,0-1-1 0 0,0 1 0 0 0,0 0 1 0 0,0 0-1 0 0,1 0 0 0 0,-1-1 0 0 0,0 1 1 0 0,0 0-1 0 0,0 0 0 0 0,0 0 1 0 0,0-1-1 0 0,0 1 0 0 0,0 0 0 0 0,0 0 1 0 0,0 0-1 0 0,0-1 0 0 0,0 1 0 0 0,0 0 1 0 0,0 0-1 0 0,0-1 0 0 0,0 1 1 0 0,0 0-1 0 0,0 0 0 0 0,0-1 0 0 0,0 1 1 0 0,0 0-1 0 0,0 0 0 0 0,0 0 1 0 0,0-1-1 0 0,0 1 0 0 0,0 0 0 0 0,-1 0 1 0 0,1 0-1 0 0,0-1 0 0 0,0 1 0 0 0,0 0 1 0 0,0 0-1 0 0,0 0 0 0 0,-1 0 1 0 0,1 0-1 0 0,0-1 0 0 0,0 1 0 0 0,0 0 1 0 0,-1 0-1 0 0,141 3 8 0 0,96-2-5 0 0,-9-18 3 0 0,-195 15-5 0 0,0 2 1 0 0,0 1-1 0 0,-1 1 0 0 0,52 12 0 0 0,20 1 1 0 0,212-2-2 0 0,-278-13 0 0 0,-16 1 0 0 0,0-2 0 0 0,0 0 0 0 0,-1-1 0 0 0,1-1 0 0 0,28-8 0 0 0,-37 7 0 0 0,0 0 0 0 0,0 1 0 0 0,1 0 0 0 0,-1 1 0 0 0,24-1 0 0 0,-35 4 0 0 0,-1-1 0 0 0,0 1 0 0 0,0-1 0 0 0,0 0 0 0 0,1 1 0 0 0,-1-1 0 0 0,0 1 0 0 0,0-1 0 0 0,0 1 0 0 0,0-1 0 0 0,0 1 0 0 0,0-1 0 0 0,0 1 0 0 0,0-1 0 0 0,0 1 0 0 0,0-1 0 0 0,0 1 0 0 0,0-1 0 0 0,0 0 0 0 0,-1 1 0 0 0,1-1 0 0 0,0 1 0 0 0,0-1 0 0 0,0 1 0 0 0,-1-1 0 0 0,1 0 0 0 0,0 1 0 0 0,0-1 0 0 0,-1 1 0 0 0,1-1 0 0 0,0 0 0 0 0,-1 1 0 0 0,1-1 0 0 0,-1 0 0 0 0,-10 17 0 0 0,-13 0 3 0 0,0-2 1 0 0,-38 20-1 0 0,47-33 4 0 0,14-2-6 0 0,1 0 0 0 0,-1 0-1 0 0,0 0 1 0 0,0 0-1 0 0,0 0 1 0 0,0 0 0 0 0,0 0-1 0 0,1 0 1 0 0,-1 1 0 0 0,0-1-1 0 0,0 0 1 0 0,0 0-1 0 0,1 1 1 0 0,-1-1 0 0 0,0 1-1 0 0,0-1 1 0 0,1 1 0 0 0,-1-1-1 0 0,0 1 1 0 0,1-1-1 0 0,-1 1 1 0 0,1-1 0 0 0,-2 2-1 0 0,-1 1 5 0 0,12-2 9 0 0,-5-1-15 0 0,243 19 13 0 0,-105-7-3 0 0,-68-11 0 0 0,-89-1-9 0 0,-27 0 0 0 0,-56-7 0 0 0,82 6 0 0 0,0 0 0 0 0,0 1 0 0 0,-30 3 0 0 0,27-1 0 0 0,-40-6 0 0 0,130 28 0 0 0,-21-15 0 0 0,95 3 0 0 0,-150-13 0 0 0,0-1 0 0 0,1 0 0 0 0,-1 0 0 0 0,1 0 0 0 0,-1-1 0 0 0,1 0 0 0 0,-5-4 0 0 0,-15-8 0 0 0,-128-60 0 0 0,140 69 0 0 0,1 0 0 0 0,0-1 0 0 0,1-1 0 0 0,-1 0 0 0 0,-13-14 0 0 0,23 22 0 0 0,1 0 0 0 0,0-1 0 0 0,0 1 0 0 0,0 0 0 0 0,0 0 0 0 0,-1-1 0 0 0,1 1 0 0 0,0 0 0 0 0,0 0 0 0 0,0-1 0 0 0,0 1 0 0 0,0 0 0 0 0,0-1 0 0 0,0 1 0 0 0,0 0 0 0 0,0 0 0 0 0,0-1 0 0 0,0 1 0 0 0,0 0 0 0 0,0-1 0 0 0,0 1 0 0 0,0 0 0 0 0,0-1 0 0 0,0 1 0 0 0,0 0 0 0 0,0 0 0 0 0,0-1 0 0 0,0 1 0 0 0,1 0 0 0 0,-1 0 0 0 0,0-1 0 0 0,0 1 0 0 0,0 0 0 0 0,0 0 0 0 0,1-1 0 0 0,-1 1 0 0 0,0 0 0 0 0,0 0 0 0 0,1 0 0 0 0,-1-1 0 0 0,0 1 0 0 0,0 0 0 0 0,1 0 0 0 0,-1 0 0 0 0,0 0 0 0 0,0 0 0 0 0,1 0 0 0 0,-1-1 0 0 0,1 1 0 0 0,18-5 0 0 0,48 0 0 0 0,-43 2 0 0 0,0 0 0 0 0,1 2 0 0 0,-1 1 0 0 0,0 1 0 0 0,28 5 0 0 0,-40-3 0 0 0,1 1 0 0 0,-1 0 0 0 0,0 1 0 0 0,0 0 0 0 0,19 11 0 0 0,-21-10 0 0 0,119 69 0 0 0,-128-74 0 0 0,1 0 0 0 0,-1-1 0 0 0,1 1 0 0 0,-1 0 0 0 0,1 0 0 0 0,-1 0 0 0 0,0 0 0 0 0,1 0 0 0 0,-1 0 0 0 0,0 1 0 0 0,0-1 0 0 0,0 0 0 0 0,0 1 0 0 0,0-1 0 0 0,0 0 0 0 0,0 1 0 0 0,0-1 0 0 0,-1 1 0 0 0,1 0 0 0 0,-1-1 0 0 0,1 1 0 0 0,-1-1 0 0 0,1 1 0 0 0,-1 0 0 0 0,0-1 0 0 0,0 1 0 0 0,0 0 0 0 0,0 0 0 0 0,0-1 0 0 0,0 1 0 0 0,0 0 0 0 0,-1-1 0 0 0,0 3 0 0 0,1-3 0 0 0,-1 1 0 0 0,0-1 0 0 0,1 0 0 0 0,-1 1 0 0 0,0-1 0 0 0,0 0 0 0 0,0 0 0 0 0,0 0 0 0 0,0 0 0 0 0,0 0 0 0 0,-1 0 0 0 0,1 0 0 0 0,0 0 0 0 0,0 0 0 0 0,-1 0 0 0 0,1-1 0 0 0,0 1 0 0 0,-1 0 0 0 0,1-1 0 0 0,-1 1 0 0 0,1-1 0 0 0,-1 0 0 0 0,1 0 0 0 0,-1 1 0 0 0,1-1 0 0 0,-1 0 0 0 0,1 0 0 0 0,-1 0 0 0 0,0 0 0 0 0,1-1 0 0 0,-1 1 0 0 0,1 0 0 0 0,-2-1 0 0 0,-9-2 0 0 0,1 0 0 0 0,0-1 0 0 0,-16-6 0 0 0,16 5 0 0 0,-11-4 0 0 0,1-1 0 0 0,0-1 0 0 0,0-1 0 0 0,-33-25 0 0 0,39 20 0 0 0,13 15 0 0 0,1-1 0 0 0,-1 1 0 0 0,0 0 0 0 0,0 0 0 0 0,0 0 0 0 0,0 0 0 0 0,0 0 0 0 0,0 0 0 0 0,-1 1 0 0 0,1-1 0 0 0,0 1 0 0 0,-1-1 0 0 0,1 1 0 0 0,-6-2 0 0 0,8 5 0 0 0,0 0 0 0 0,0-1 0 0 0,0 1 0 0 0,0-1 0 0 0,0 1 0 0 0,1-1 0 0 0,-1 1 0 0 0,0-1 0 0 0,1 1 0 0 0,-1-1 0 0 0,1 1 0 0 0,0 2 0 0 0,0-4 0 0 0,18 49 0 0 0,3-2 0 0 0,46 75 0 0 0,-57-105 0 0 0,1-1 0 0 0,14 15 0 0 0,6 8 0 0 0,-32-39 0 0 0,0 0 0 0 0,0 0 0 0 0,0 0 0 0 0,0 1 0 0 0,0-1 0 0 0,0 0 0 0 0,1 0 0 0 0,-1 0 0 0 0,0 0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0,0 0 0 0 0,1 0 0 0 0,-1-1 0 0 0,0 1 0 0 0,0 0 0 0 0,0 0 0 0 0,0 0 0 0 0,0 0 0 0 0,0 0 0 0 0,0 0 0 0 0,0 0 0 0 0,0 0 0 0 0,0 0 0 0 0,0-1 0 0 0,0 1 0 0 0,0 0 0 0 0,0 0 0 0 0,0 0 0 0 0,0 0 0 0 0,0 0 0 0 0,0 0 0 0 0,0 0 0 0 0,0 0 0 0 0,0-1 0 0 0,0 1 0 0 0,0 0 0 0 0,0 0 0 0 0,2-14 0 0 0,-1-15 0 0 0,-1 29 0 0 0,0-1 0 0 0,0 0 0 0 0,0 1 0 0 0,1-1 0 0 0,-1 1 0 0 0,-1-1 0 0 0,1 1 0 0 0,0-1 0 0 0,0 1 0 0 0,0-1 0 0 0,0 0 0 0 0,0 1 0 0 0,0-1 0 0 0,-1 1 0 0 0,1-1 0 0 0,0 1 0 0 0,0-1 0 0 0,-1 1 0 0 0,1 0 0 0 0,0-1 0 0 0,-1 1 0 0 0,1-1 0 0 0,-1 1 0 0 0,1-1 0 0 0,0 1 0 0 0,-1 0 0 0 0,1-1 0 0 0,-1 1 0 0 0,0-1 0 0 0,-16 5 0 0 0,-14 20 0 0 0,22-14 0 0 0,-26 32 0 0 0,33-38 0 0 0,-1-1 0 0 0,1 0 0 0 0,1 1 0 0 0,-1 0 0 0 0,0-1 0 0 0,1 1 0 0 0,0 0 0 0 0,0 0 0 0 0,0-1 0 0 0,0 1 0 0 0,0 6 0 0 0,2-8 0 0 0,0-1 0 0 0,-1 1 0 0 0,1-1 0 0 0,0 1 0 0 0,0-1 0 0 0,0 0 0 0 0,0 1 0 0 0,0-1 0 0 0,0 0 0 0 0,1 1 0 0 0,-1-1 0 0 0,0 0 0 0 0,1 0 0 0 0,-1 0 0 0 0,2 1 0 0 0,25 14 0 0 0,-21-13 0 0 0,0-1 0 0 0,0 0 0 0 0,0 0 0 0 0,1 0 0 0 0,-1-1 0 0 0,1-1 0 0 0,-1 1 0 0 0,0-1 0 0 0,12-1 0 0 0,-15 1 0 0 0,1-1 0 0 0,-1 1 0 0 0,0-1 0 0 0,1 0 0 0 0,-1 0 0 0 0,0-1 0 0 0,0 1 0 0 0,0-1 0 0 0,0 0 0 0 0,0 0 0 0 0,-1 0 0 0 0,1 0 0 0 0,0-1 0 0 0,-1 0 0 0 0,0 1 0 0 0,0-1 0 0 0,5-6 0 0 0,-8 7 0 0 0,-3 1 0 0 0,0 1 0 0 0,-1 0 0 0 0,1-1 0 0 0,0 1 0 0 0,-1 0 0 0 0,1 0 0 0 0,0 1 0 0 0,0-1 0 0 0,-1 1 0 0 0,1-1 0 0 0,0 1 0 0 0,0 0 0 0 0,0 1 0 0 0,0-1 0 0 0,0 0 0 0 0,0 1 0 0 0,0-1 0 0 0,0 1 0 0 0,-3 3 0 0 0,2-3 0 0 0,-6 9 0 0 0,9-10 0 0 0,1 0 0 0 0,-1-1 0 0 0,0 1 0 0 0,1 0 0 0 0,-1 0 0 0 0,0 0 0 0 0,0 0 0 0 0,0-1 0 0 0,1 1 0 0 0,-1-1 0 0 0,0 1 0 0 0,0 0 0 0 0,0-1 0 0 0,0 1 0 0 0,0-1 0 0 0,0 0 0 0 0,0 1 0 0 0,0-1 0 0 0,-1 0 0 0 0,1 0 0 0 0,0 0 0 0 0,-2 0 0 0 0,-18 4 0 0 0,15-2 0 0 0,1-1 0 0 0,-1 0 0 0 0,1 0 0 0 0,-1-1 0 0 0,1 0 0 0 0,-1 0 0 0 0,1 0 0 0 0,-11-2 0 0 0,-7-3-238 0 0,-131-27 677 0 0,127 26-2037 0 0,-37-16-1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1:24.1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1949 594 2304 0 0,'0'0'1384'0'0,"5"-3"-1008"0"0,2-1-282 0 0,0 1 1 0 0,-1 1-1 0 0,2-1 1 0 0,-1 1-1 0 0,0 0 1 0 0,0 1-1 0 0,0 0 1 0 0,1 0-1 0 0,10 0 1 0 0,81 5 699 0 0,-33 0-347 0 0,-53-4-388 0 0,210-7 1046 0 0,-4-8-338 0 0,-173 12-587 0 0,55 4 0 0 0,-17 1 24 0 0,-41-3-115 0 0,-5 1 95 0 0,69-8 0 0 0,-63 8 55 0 0,-40 0-181 0 0,0 1-1 0 0,1-1 1 0 0,-1 1 0 0 0,1-1 0 0 0,-1-1-1 0 0,0 1 1 0 0,1-1 0 0 0,-1 1 0 0 0,1-1-1 0 0,-1-1 1 0 0,0 1 0 0 0,10-5 1320 0 0,-424-68-432 0 0,131 44-598 0 0,-146-16 359 0 0,241 29-391 0 0,-188-6 392 0 0,63 1 4 0 0,115 14 24 0 0,172 11-573 0 0,21-3-133 0 0,-1 1 1 0 0,0-1-1 0 0,0 1 0 0 0,0-1 1 0 0,0 0-1 0 0,0 0 0 0 0,0 0 1 0 0,0 0-1 0 0,0 0 0 0 0,0 0 0 0 0,0 0 1 0 0,-2-1-1 0 0,52-5 974 0 0,395-2-324 0 0,-204 5-400 0 0,52 1-41 0 0,-123 9-121 0 0,143 1 68 0 0,15 6-47 0 0,-81-1-74 0 0,184 4 39 0 0,-300-18-54 0 0,-166-10-32 0 0,-154 0 12 0 0,87 7-15 0 0,-289-15 25 0 0,157 14-12 0 0,-7 0-7 0 0,138-3-12 0 0,-418-12 33 0 0,54 5 12 0 0,290 5-16 0 0,51 13 13 0 0,126-2-46 0 0,0-1-1 0 0,0 0 1 0 0,0 0 0 0 0,0-1 0 0 0,0 1 0 0 0,0 0-1 0 0,0-1 1 0 0,-1 1 0 0 0,1-1 0 0 0,0 0 0 0 0,0 1 0 0 0,1-1-1 0 0,-1 0 1 0 0,0 0 0 0 0,0 0 0 0 0,0-1 0 0 0,-1 0-1 0 0,3 1-3 0 0,0 1 0 0 0,0 0-1 0 0,0 0 1 0 0,0 0 0 0 0,0 0-1 0 0,0 0 1 0 0,-1-1-1 0 0,1 1 1 0 0,1 0 0 0 0,-1 0-1 0 0,0 0 1 0 0,0 0 0 0 0,0 0-1 0 0,0-1 1 0 0,0 1 0 0 0,0 0-1 0 0,0 0 1 0 0,0 0-1 0 0,0 0 1 0 0,0 0 0 0 0,0-1-1 0 0,0 1 1 0 0,0 0 0 0 0,0 0-1 0 0,0 0 1 0 0,1 0-1 0 0,-1 0 1 0 0,0 0 0 0 0,0 0-1 0 0,0 0 1 0 0,0-1 0 0 0,0 1-1 0 0,0 0 1 0 0,1 0 0 0 0,-1 0-1 0 0,0 0 1 0 0,0 0-1 0 0,0 0 1 0 0,0 0 0 0 0,0 0-1 0 0,1 0 1 0 0,-1 0 0 0 0,0 0-1 0 0,0 0 1 0 0,0 0 0 0 0,0 0-1 0 0,0 0 1 0 0,1 0-1 0 0,-1 0 1 0 0,0 0 0 0 0,0 0-1 0 0,0 0 1 0 0,0 0 0 0 0,0 0-1 0 0,6-1 8 0 0,55-14 33 0 0,-33 6-26 0 0,1 2 0 0 0,0 1 1 0 0,0 2-1 0 0,34-1 0 0 0,126 8 49 0 0,89 0 22 0 0,-165-9-55 0 0,97 1 22 0 0,-110 11-28 0 0,130 3 28 0 0,-133-12-29 0 0,329 10 87 0 0,-322 3-34 0 0,194-8-1 0 0,-295-2-72 0 0,-1 0-1 0 0,1 0 0 0 0,0 0 1 0 0,-1 0-1 0 0,1 1 1 0 0,-1-1-1 0 0,1 1 0 0 0,0-1 1 0 0,-1 1-1 0 0,1 0 0 0 0,-1 0 1 0 0,5 3-1 0 0,-5-3 1 0 0,-29-1 74 0 0,11-2-66 0 0,-320-8 29 0 0,6 14-1 0 0,25 0-19 0 0,-160-7 19 0 0,35-7-2 0 0,387 8-36 0 0,-65-1 22 0 0,-132 13-1 0 0,212-8-18 0 0,50-8 4 0 0,8-1-7 0 0,4-1 0 0 0,0 1 0 0 0,0 1 0 0 0,0 3 1 0 0,58 0-1 0 0,-17 7 3 0 0,-5 1-3 0 0,127-7 0 0 0,-121-6 8 0 0,-12 0-9 0 0,0 3 1 0 0,104 5 0 0 0,-93 7 0 0 0,75 7 13 0 0,205-6 0 0 0,-282-9-11 0 0,1 3 0 0 0,-1 3 0 0 0,0 4 1 0 0,137 33-1 0 0,-172-36 0 0 0,-32-6-1 0 0,0 0-1 0 0,0 1 0 0 0,0 0 0 0 0,0 0 0 0 0,0 1 0 0 0,-1-1 1 0 0,1 1-1 0 0,7 4 0 0 0,-13-6-2 0 0,0 0 0 0 0,1 0 1 0 0,-1 0-1 0 0,0 0 0 0 0,1 0 0 0 0,-1 1 1 0 0,0-1-1 0 0,0 0 0 0 0,1 0 0 0 0,-1 0 1 0 0,0 1-1 0 0,0-1 0 0 0,0 0 0 0 0,1 0 0 0 0,-1 1 1 0 0,0-1-1 0 0,0 0 0 0 0,0 1 0 0 0,0-1 1 0 0,1 0-1 0 0,-1 0 0 0 0,0 1 0 0 0,0-1 1 0 0,0 0-1 0 0,0 1 0 0 0,0-1 0 0 0,0 0 0 0 0,0 1 1 0 0,0-1-1 0 0,0 0 0 0 0,0 1 0 0 0,0-1 1 0 0,0 0-1 0 0,0 1 0 0 0,0-1 0 0 0,-1 0 0 0 0,1 0 1 0 0,0 1-1 0 0,0-1 0 0 0,0 0 0 0 0,0 1 1 0 0,0-1-1 0 0,-1 0 0 0 0,1 0 0 0 0,0 1 1 0 0,0-1-1 0 0,-1 0 0 0 0,1 0 0 0 0,0 0 0 0 0,0 1 1 0 0,-1-1-1 0 0,1 0 0 0 0,0 0 0 0 0,0 0 1 0 0,-1 0-1 0 0,1 1 0 0 0,0-1 0 0 0,-1 0 1 0 0,1 0-1 0 0,-1 0 0 0 0,-21 4 10 0 0,-46-13-5 0 0,-1 4 1 0 0,-110 4-1 0 0,18 10 0 0 0,-159 0 17 0 0,269-11-20 0 0,-358-2 12 0 0,-20 0 2 0 0,-3-1-8 0 0,350 8-4 0 0,-111-9 0 0 0,140 3 1 0 0,-42-6-2 0 0,81 11 14 0 0,14 1-2 0 0,11 1-9 0 0,15 1 0 0 0,1-1 0 0 0,-1-2 1 0 0,1-1-1 0 0,29-2 0 0 0,114-16 29 0 0,-57 4-13 0 0,172 10 33 0 0,-138 6-12 0 0,131-10 48 0 0,-109 2-38 0 0,36 15 15 0 0,26 0 37 0 0,-85-19-29 0 0,-66 2-6 0 0,1 4 1 0 0,86 7-1 0 0,35 8 359 0 0,-274-21-394 0 0,-7-1-17 0 0,-143 0 0 0 0,-52 2 14 0 0,191 3-27 0 0,-19-2-4 0 0,-113-2 1 0 0,140 11 1 0 0,-440-9-6 0 0,413 1-11 0 0,0 4 1 0 0,-140 15 0 0 0,225-12 4 0 0,-1-2 1 0 0,-25-3-1 0 0,30 2-5 0 0,-1 1-1 0 0,0 0 1 0 0,1 1-1 0 0,-1 0 1 0 0,-16 3 0 0 0,30-2 12 0 0,0-1 1 0 0,0 0 0 0 0,0 0 0 0 0,1 0 0 0 0,-1 0 0 0 0,0 0-1 0 0,0 0 1 0 0,0 0 0 0 0,0 0 0 0 0,0 0 0 0 0,0 0-1 0 0,1 0 1 0 0,-1 0 0 0 0,0 1 0 0 0,0-1 0 0 0,0 0 0 0 0,0 0-1 0 0,0 0 1 0 0,0 0 0 0 0,0 0 0 0 0,0 0 0 0 0,0 0-1 0 0,0 1 1 0 0,0-1 0 0 0,0 0 0 0 0,0 0 0 0 0,1 0 0 0 0,-1 0-1 0 0,0 0 1 0 0,0 1 0 0 0,0-1 0 0 0,0 0 0 0 0,0 0-1 0 0,0 0 1 0 0,-1 0 0 0 0,1 0 0 0 0,0 1 0 0 0,0-1 0 0 0,0 0-1 0 0,0 0 1 0 0,0 0 0 0 0,0 0 0 0 0,0 0 0 0 0,0 0-1 0 0,0 1 1 0 0,0-1 0 0 0,0 0 0 0 0,0 0 0 0 0,0 0 0 0 0,-1 0-1 0 0,1 0 1 0 0,0 0 0 0 0,0 0 0 0 0,0 1 0 0 0,24 2-61 0 0,149-11-12 0 0,199 16 0 0 0,-270-1 35 0 0,170-9-1 0 0,-160-4 22 0 0,0 6 0 0 0,139 16 0 0 0,-209-12 17 0 0,1-1 1 0 0,0-2 0 0 0,46-5-1 0 0,93-10 1 0 0,-156 13 11 0 0,-21 2-7 0 0,-1-1 0 0 0,0 0 1 0 0,0-1-1 0 0,1 1 0 0 0,-1-1 0 0 0,8-2 0 0 0,-28 9 1 0 0,0 0-1 0 0,0-1 1 0 0,0-1-1 0 0,0 0 0 0 0,-1-2 1 0 0,-20 2-1 0 0,13-1-1 0 0,-55 2 7 0 0,-150-9 1 0 0,-24 1 0 0 0,186 8-9 0 0,-167 2 2 0 0,-396-25-4 0 0,556 19-1 0 0,1-3-1 0 0,0-4 1 0 0,0-3-1 0 0,-81-21 0 0 0,25 7-4 0 0,107 13-1 0 0,16 4-2 0 0,10 3-1 0 0,31-4 10 0 0,1 3 0 0 0,0 0 0 0 0,1 3 0 0 0,39 2 0 0 0,-64 0 0 0 0,32 4 0 0 0,-1-3 0 0 0,1-1 0 0 0,45-6 0 0 0,-52 1 0 0 0,169-18 0 0 0,-159 20 0 0 0,0 2 0 0 0,68 8 0 0 0,-11 2-3 0 0,1-4 0 0 0,139-10 0 0 0,-142 3-10 0 0,0 3-1 0 0,166 27 1 0 0,-199-14 0 0 0,-50-10 12 0 0,0 0 1 0 0,39 3-1 0 0,-9 0 4 0 0,-55-6 16 0 0,3-1-16 0 0,1 0-1 0 0,-1 0 0 0 0,1 0 0 0 0,-1 0 1 0 0,0 0-1 0 0,1-1 0 0 0,-1 0 1 0 0,0 1-1 0 0,1-1 0 0 0,-1 0 0 0 0,-4 0 1 0 0,-154-18 29 0 0,86 8-10 0 0,-80-1 1 0 0,-50 22 13 0 0,120-5-22 0 0,-102-3 0 0 0,68-12-12 0 0,19 1 2 0 0,-184 9-1 0 0,252 3-3 0 0,0-2 0 0 0,0-1 0 0 0,0-1 0 0 0,0-2 0 0 0,0-1 0 0 0,1-1 0 0 0,-57-16 0 0 0,24 4 0 0 0,64 16 0 0 0,0 0 0 0 0,1 0 0 0 0,-1 0 0 0 0,0 0 0 0 0,0 0 0 0 0,0 0 0 0 0,0 0 0 0 0,1-1 0 0 0,-1 1 0 0 0,0 0 0 0 0,0 0 0 0 0,0 0 0 0 0,0 0 0 0 0,1 0 0 0 0,-1 0 0 0 0,0 0 0 0 0,0 0 0 0 0,0 0 0 0 0,0-1 0 0 0,0 1 0 0 0,0 0 0 0 0,1 0 0 0 0,-1 0 0 0 0,0 0 0 0 0,0 0 0 0 0,0 0 0 0 0,0-1 0 0 0,0 1 0 0 0,0 0 0 0 0,0 0 0 0 0,0 0 0 0 0,0 0 0 0 0,0-1 0 0 0,0 1 0 0 0,0 0 0 0 0,0 0 0 0 0,0 0 0 0 0,0 0 0 0 0,0-1 0 0 0,0 1 0 0 0,0 0 0 0 0,0 0 0 0 0,0 0 0 0 0,0 0 0 0 0,0-1 0 0 0,0 1 0 0 0,0 0 0 0 0,0 0 0 0 0,0 0 0 0 0,0 0 0 0 0,0-1 0 0 0,-1 1 0 0 0,1 0 0 0 0,0 0 0 0 0,0 0 0 0 0,0 0 0 0 0,0 0 0 0 0,0 0 0 0 0,0-1 0 0 0,-1 1 0 0 0,1 0 0 0 0,0 0 0 0 0,0 0 0 0 0,0 0 0 0 0,0 0 0 0 0,-1 0 0 0 0,1 0 0 0 0,13-5 0 0 0,159-20 0 0 0,-89 11 0 0 0,117-5 0 0 0,46 32 0 0 0,-159-5 0 0 0,111-4 0 0 0,-112-8 0 0 0,167 13 0 0 0,286 32 10 0 0,-179-10 26 0 0,-70-3 30 0 0,-174-18 38 0 0,-103-8-34 0 0,-18-1 8 0 0,-27 1-1 0 0,27-2-87 0 0,-308 3 114 0 0,-49 3-47 0 0,41-8-21 0 0,0 0-10 0 0,-43 8-23 0 0,-132 10-4 0 0,378-6-13 0 0,-187-11 0 0 0,89-8-46 0 0,205 7 44 0 0,10-1-3 0 0,2 2 18 0 0,0 1 0 0 0,0 0 0 0 0,-1-1 0 0 0,1 1 0 0 0,0 0 0 0 0,0 0 0 0 0,-1 0 0 0 0,1 0 0 0 0,0 0 0 0 0,0 0 0 0 0,-1 0 0 0 0,1 0 0 0 0,0 0 0 0 0,0 0 0 0 0,0 0 0 0 0,-1 0 0 0 0,1 1 0 0 0,0-1 0 0 0,0 0 0 0 0,0 1 0 0 0,3 1-2 0 0,21 2-8 0 0,151 0 10 0 0,190-21 0 0 0,-244 13 1 0 0,125 12 0 0 0,12 0 7 0 0,171 8 12 0 0,-45 0 11 0 0,-365-16-29 0 0,338 15 32 0 0,-45 9 9 0 0,-41-4 12 0 0,-255-19-44 0 0,1 1 0 0 0,-1 1 0 0 0,0 1 1 0 0,0 0-1 0 0,19 8 0 0 0,-36-12-9 0 0,1 0-1 0 0,-1 0 1 0 0,0 0-1 0 0,0 0 1 0 0,1 0-1 0 0,-1 0 1 0 0,0 0-1 0 0,0 0 1 0 0,1 1 0 0 0,-1-1-1 0 0,0 0 1 0 0,0 0-1 0 0,0 0 1 0 0,1 0-1 0 0,-1 1 1 0 0,0-1-1 0 0,0 0 1 0 0,0 0 0 0 0,0 1-1 0 0,0-1 1 0 0,0 0-1 0 0,1 0 1 0 0,-1 0-1 0 0,0 1 1 0 0,0-1-1 0 0,0 0 1 0 0,0 0 0 0 0,0 1-1 0 0,0-1 1 0 0,0 0-1 0 0,0 1 1 0 0,0-1-1 0 0,0 0 1 0 0,0 0 0 0 0,0 1-1 0 0,0-1 1 0 0,-10 10 11 0 0,5-8-11 0 0,1 1 0 0 0,-1-1 1 0 0,0 0-1 0 0,0-1 1 0 0,0 1-1 0 0,-7 0 1 0 0,-97 10 0 0 0,-193-3 1 0 0,21-4-11 0 0,-241 12-27 0 0,44-2-17 0 0,165-9 11 0 0,15-1-4 0 0,-144 8-33 0 0,44-1-22 0 0,324-7 77 0 0,32-1-2 0 0,0-2-1 0 0,-47-4 0 0 0,61 4-4 0 0,25-1 24 0 0,1 0 0 0 0,0-1 0 0 0,0 1-1 0 0,-1-1 1 0 0,1 0 0 0 0,0 0 0 0 0,-1 0 0 0 0,1 0-1 0 0,0 0 1 0 0,-1 0 0 0 0,1-1 0 0 0,0 1 0 0 0,0-1-1 0 0,-1 1 1 0 0,1-1 0 0 0,0 0 0 0 0,0 0 0 0 0,-4-2-1 0 0,42-6-55 0 0,112-6 41 0 0,195 3 0 0 0,-79-1 21 0 0,-50-1 0 0 0,87 16 1 0 0,59-2 9 0 0,7 10 17 0 0,-103 0-1 0 0,211 15 93 0 0,-258 1-20 0 0,-216-26-98 0 0,27 6 26 0 0,-27-6-25 0 0,-1 1 0 0 0,1-1 1 0 0,0 0-1 0 0,0 0 0 0 0,0 1 1 0 0,0-1-1 0 0,0 0 0 0 0,0 1 1 0 0,-1-1-1 0 0,1 1 0 0 0,0-1 1 0 0,0 1-1 0 0,-1 0 0 0 0,1-1 1 0 0,0 1-1 0 0,-1 0 0 0 0,1-1 1 0 0,0 1-1 0 0,-1 0 1 0 0,1 0-1 0 0,-1-1 0 0 0,1 1 1 0 0,-1 0-1 0 0,1 2 0 0 0,-11-2 21 0 0,-143 9-1 0 0,-79 2-4 0 0,-292-10-9 0 0,190 8-9 0 0,-35-1 0 0 0,-89-6 0 0 0,102-4-7 0 0,142-3-10 0 0,164 0 11 0 0,38 3-2 0 0,0 0 0 0 0,0 0 0 0 0,0 1 0 0 0,-19 3 0 0 0,31-3 7 0 0,0 0 1 0 0,-1 1-1 0 0,1-1 1 0 0,0 0-1 0 0,0 0 0 0 0,-1 0 1 0 0,1 0-1 0 0,0 0 1 0 0,-1 0-1 0 0,1 0 1 0 0,0 0-1 0 0,0 0 1 0 0,-1 0-1 0 0,1 0 1 0 0,0 0-1 0 0,-1 0 1 0 0,1 0-1 0 0,0 0 1 0 0,-1 0-1 0 0,1 0 1 0 0,0 0-1 0 0,0 0 1 0 0,-1 0-1 0 0,1 0 0 0 0,0 0 1 0 0,-1 0-1 0 0,1-1 1 0 0,0 1-1 0 0,0 0 1 0 0,-1 0-1 0 0,1 0 1 0 0,0-1-1 0 0,0 1 1 0 0,0 0-1 0 0,-1 0 1 0 0,1-1-1 0 0,0 1 1 0 0,0 0-1 0 0,0 0 1 0 0,0-1-1 0 0,0 1 0 0 0,-1-1 1 0 0,2 1-1 0 0,-1-1 0 0 0,1 1 0 0 0,-1-1 0 0 0,0 1 0 0 0,1 0 0 0 0,-1-1 0 0 0,1 1 0 0 0,0-1 0 0 0,-1 1 0 0 0,1 0 0 0 0,-1-1 0 0 0,1 1 0 0 0,-1 0 0 0 0,1 0 0 0 0,0 0 0 0 0,-1-1 0 0 0,1 1 0 0 0,0 0 0 0 0,-1 0 0 0 0,1 0 0 0 0,0 0 0 0 0,-1 0 0 0 0,1 0 0 0 0,1 0 0 0 0,123 8-14 0 0,18 0 12 0 0,397 1 3 0 0,-223-2 3 0 0,-100-5 12 0 0,336 13 23 0 0,-174 7 34 0 0,-317-19-51 0 0,-41-4-7 0 0,1 2 0 0 0,-1 0 0 0 0,1 2 1 0 0,-1 0-1 0 0,0 2 0 0 0,38 12 0 0 0,-46-7 22 0 0,-13-9-34 0 0,0-1-1 0 0,0 0 0 0 0,0 1 1 0 0,-1-1-1 0 0,1 0 0 0 0,0 1 1 0 0,0-1-1 0 0,0 0 0 0 0,0 1 1 0 0,-1-1-1 0 0,1 0 1 0 0,0 1-1 0 0,0-1 0 0 0,-1 0 1 0 0,1 0-1 0 0,0 1 0 0 0,0-1 1 0 0,-1 0-1 0 0,1 0 0 0 0,0 0 1 0 0,-1 1-1 0 0,1-1 0 0 0,0 0 1 0 0,-1 0-1 0 0,1 0 1 0 0,0 0-1 0 0,-1 0 0 0 0,-41 6 68 0 0,-118 3-10 0 0,-64 1 17 0 0,-48-8-13 0 0,-158-1-2 0 0,-37-22-47 0 0,327 19-14 0 0,22 0-1 0 0,86 4-4 0 0,-16-2 4 0 0,46 0 0 0 0,0 0 1 0 0,0-1 0 0 0,1 1-1 0 0,-1 0 1 0 0,0-1 0 0 0,0 1-1 0 0,0-1 1 0 0,1 0 0 0 0,-1 0-1 0 0,0 0 1 0 0,0 0-1 0 0,1 0 1 0 0,-1 0 0 0 0,1 0-1 0 0,-1 0 1 0 0,1 0 0 0 0,0-1-1 0 0,-1 1 1 0 0,0-3 0 0 0,2 4-1 0 0,0-1 1 0 0,0 1 0 0 0,1-1 0 0 0,-1 1 0 0 0,0-1 0 0 0,0 1-1 0 0,0-1 1 0 0,1 1 0 0 0,-1 0 0 0 0,0-1 0 0 0,1 1 0 0 0,-1-1 0 0 0,1 1-1 0 0,-1 0 1 0 0,0-1 0 0 0,1 1 0 0 0,-1 0 0 0 0,1-1 0 0 0,-1 1-1 0 0,1 0 1 0 0,-1 0 0 0 0,1-1 0 0 0,-1 1 0 0 0,1 0 0 0 0,-1 0-1 0 0,1 0 1 0 0,-1 0 0 0 0,1 0 0 0 0,18-7-6 0 0,9 1 3 0 0,0 1 1 0 0,0 1-1 0 0,35 0 0 0 0,-24 2-1 0 0,315 1-21 0 0,-109 4 18 0 0,401 13 7 0 0,-336-3 0 0 0,18 7 0 0 0,-153-8 0 0 0,39 11 0 0 0,-209-23 0 0 0,0 1 0 0 0,0 1 0 0 0,0-1 0 0 0,-1 1 0 0 0,1 0 0 0 0,8 4 0 0 0,8 4 3 0 0,-10-9 8 0 0,-64 15 0 0 0,33-9-9 0 0,-1-1 0 0 0,1 0 1 0 0,-31 3-1 0 0,-264-3 11 0 0,105-7-5 0 0,-414 1 9 0 0,333 1-17 0 0,-67-4 0 0 0,-108-3-8 0 0,214-6-3 0 0,160 5 6 0 0,-99-13-41 0 0,163 16 29 0 0,28 4 16 0 0,-1 0 1 0 0,0 0-1 0 0,0 0 1 0 0,0 0-1 0 0,1 0 0 0 0,-1 0 1 0 0,0 0-1 0 0,0-1 1 0 0,1 1-1 0 0,-1 0 1 0 0,0 0-1 0 0,1-1 1 0 0,-1 1-1 0 0,0-1 0 0 0,1 1 1 0 0,-1-1-1 0 0,0 1 1 0 0,1-1-1 0 0,-1 1 1 0 0,1-1-1 0 0,-1 1 1 0 0,1-1-1 0 0,-1 1 1 0 0,1-1-1 0 0,0 0 0 0 0,-1 1 1 0 0,1-1-1 0 0,0 0 1 0 0,-1-1-1 0 0,23 0-13 0 0,146-1-17 0 0,6 0 4 0 0,471-29-4 0 0,3 33 31 0 0,-255 1 1 0 0,-103 10 5 0 0,-121-4 1 0 0,-154-7-6 0 0,13-1 2 0 0,0 1 0 0 0,-1 2 0 0 0,1 1 0 0 0,-1 1 0 0 0,33 10 0 0 0,-59-15-3 0 0,-1 0 0 0 0,1 0 1 0 0,-1 0-1 0 0,1 0 0 0 0,-1 0 1 0 0,1 0-1 0 0,-1 0 0 0 0,1 0 0 0 0,0 1 1 0 0,-1-1-1 0 0,1 0 0 0 0,-1 0 1 0 0,1 0-1 0 0,-1 1 0 0 0,1-1 1 0 0,-1 0-1 0 0,0 1 0 0 0,1-1 1 0 0,-1 0-1 0 0,1 1 0 0 0,-1-1 1 0 0,0 1-1 0 0,1-1 0 0 0,-1 1 1 0 0,0-1-1 0 0,1 1 0 0 0,-1-1 1 0 0,0 1-1 0 0,-29 6 5 0 0,-103 9-10 0 0,-1-7 1 0 0,-153-8-1 0 0,-437-11-21 0 0,476 7-1 0 0,-147 7-11 0 0,318 4 20 0 0,-1-5 0 0 0,-130-9-1 0 0,27-14-61 0 0,-309 6 0 0 0,335 13-17 0 0,155 1 95 0 0,-1 0 0 0 0,1 0-1 0 0,-1 0 1 0 0,1 0 0 0 0,-1 0 0 0 0,1 0 0 0 0,-1-1 0 0 0,1 1-1 0 0,-1 0 1 0 0,0 0 0 0 0,1-1 0 0 0,-1 1 0 0 0,1 0 0 0 0,-1 0-1 0 0,0-1 1 0 0,1 1 0 0 0,-1-1 0 0 0,0 1 0 0 0,1 0 0 0 0,-1-1-1 0 0,0 1 1 0 0,1-1 0 0 0,-1 1 0 0 0,0-1 0 0 0,0 1 0 0 0,0 0-1 0 0,0-1 1 0 0,1 1 0 0 0,-1-1 0 0 0,0 1 0 0 0,0-1-1 0 0,0 1 1 0 0,0-1 0 0 0,0 1 0 0 0,0-1 0 0 0,0 1 0 0 0,0-1-1 0 0,0 1 1 0 0,0-1 0 0 0,-1 1 0 0 0,1-1 0 0 0,0 1 0 0 0,0-1-1 0 0,0 1 1 0 0,-1-1 0 0 0,1 1 0 0 0,0-1 0 0 0,0 1 0 0 0,-1 0-1 0 0,1-1 1 0 0,0 1 0 0 0,-1 0 0 0 0,1-1 0 0 0,0 1 0 0 0,-1 0-1 0 0,1-1 1 0 0,-1 1 0 0 0,1 0 0 0 0,-1 0 0 0 0,1-1-1 0 0,-1 1 1 0 0,238-14-47 0 0,-150 12 42 0 0,153 4-9 0 0,4 0-5 0 0,147-2 18 0 0,-20 0 3 0 0,980 22 24 0 0,-1156-14-13 0 0,417 32 28 0 0,-342-16 0 0 0,-165-16-22 0 0,-86-7-11 0 0,0 1 13 0 0,0 0 0 0 0,22 5-1 0 0,-57-4 40 0 0,-14 3-51 0 0,-12 5 0 0 0,0-3 0 0 0,-1-1 0 0 0,0-2-1 0 0,-67-2 1 0 0,-10-13 14 0 0,-165-5 13 0 0,-139 11 22 0 0,-21-13 5 0 0,280 14-34 0 0,83-4 2 0 0,0-3 0 0 0,-149-39 1 0 0,177 36-8 0 0,52 13-19 0 0,1-1 0 0 0,-1 0-1 0 0,0 1 1 0 0,0-1 0 0 0,1 0-1 0 0,-1 0 1 0 0,0 0 0 0 0,1 0-1 0 0,-1 0 1 0 0,1 0 0 0 0,-1 0 0 0 0,-1-3-1 0 0,2 4-1 0 0,1-1 0 0 0,0 1-1 0 0,0 0 1 0 0,0 0 0 0 0,0-1 0 0 0,-1 1-1 0 0,1 0 1 0 0,0 0 0 0 0,0-1 0 0 0,0 1-1 0 0,0 0 1 0 0,0-1 0 0 0,0 1 0 0 0,0 0-1 0 0,0 0 1 0 0,0-1 0 0 0,0 1 0 0 0,0 0-1 0 0,0-1 1 0 0,0 1 0 0 0,0 0-1 0 0,0-1 1 0 0,0 1 0 0 0,0 0 0 0 0,1 0-1 0 0,-1-1 1 0 0,0 1 0 0 0,0 0 0 0 0,0 0-1 0 0,1-1 1 0 0,16-6 21 0 0,32 0-16 0 0,-1 3-1 0 0,54 2 1 0 0,41-3 1 0 0,198-5 1 0 0,-2 27 5 0 0,-210-9-11 0 0,34-2 6 0 0,-62-4 3 0 0,0 5 0 0 0,121 23 0 0 0,-175-22-3 0 0,-31-6-2 0 0,0 0 0 0 0,0 2 0 0 0,26 9 0 0 0,-38-11-3 0 0,0 1 0 0 0,-1 0 0 0 0,1 0 0 0 0,-1 0 0 0 0,1 0 0 0 0,-1 1 0 0 0,0-1 0 0 0,3 6 0 0 0,-5-7 0 0 0,-2-4 1 0 0,1 1-4 0 0,0 1 0 0 0,0-1 0 0 0,0 1 1 0 0,-1 0-1 0 0,1-1 0 0 0,0 1 1 0 0,0-1-1 0 0,-1 1 0 0 0,1-1 1 0 0,0 1-1 0 0,-1 0 0 0 0,1-1 0 0 0,0 1 1 0 0,-1 0-1 0 0,1-1 0 0 0,0 1 1 0 0,-1 0-1 0 0,1-1 0 0 0,-1 1 0 0 0,1 0 1 0 0,-1 0-1 0 0,1 0 0 0 0,0-1 1 0 0,-1 1-1 0 0,1 0 0 0 0,-1 0 0 0 0,1 0 1 0 0,-1 0-1 0 0,1 0 0 0 0,-1 0 1 0 0,1 0-1 0 0,-1 0 0 0 0,1 0 0 0 0,-1 0 1 0 0,1 0-1 0 0,-1 0 0 0 0,0 0 1 0 0,-18 1 4 0 0,-227-7 5 0 0,85 4-6 0 0,97 3 0 0 0,-69 10 0 0 0,97-8-2 0 0,21-2 0 0 0,1-1 0 0 0,-1-1 1 0 0,1 0-1 0 0,0-1 0 0 0,-16-4 1 0 0,-35-4 5 0 0,60 10-7 0 0,0 0-1 0 0,0 0 1 0 0,0 0-1 0 0,1-1 1 0 0,-1 0-1 0 0,0 0 1 0 0,1 0-1 0 0,-1-1 1 0 0,1 1-1 0 0,-1-1 0 0 0,1 0 1 0 0,0-1-1 0 0,-1 1 1 0 0,1-1-1 0 0,1 0 1 0 0,-5-3-1 0 0,8 6 0 0 0,-1 0 0 0 0,1 0 0 0 0,-1-1 0 0 0,1 1-1 0 0,-1 0 1 0 0,1-1 0 0 0,0 1 0 0 0,-1-1 0 0 0,1 1 0 0 0,-1 0 0 0 0,1-1-1 0 0,0 1 1 0 0,0-1 0 0 0,-1 1 0 0 0,1-1 0 0 0,0 1 0 0 0,0-1-1 0 0,-1 1 1 0 0,1-1 0 0 0,0 1 0 0 0,0-1 0 0 0,0 1 0 0 0,0-1-1 0 0,0 1 1 0 0,0-1 0 0 0,0 1 0 0 0,0-1 0 0 0,0 1 0 0 0,0-1-1 0 0,0 0 1 0 0,0 1 0 0 0,0-1 0 0 0,1 1 0 0 0,-1-1 0 0 0,0 1-1 0 0,0-1 1 0 0,1 1 0 0 0,-1-1 0 0 0,0 1 0 0 0,0 0 0 0 0,1-1-1 0 0,-1 1 1 0 0,0-1 0 0 0,1 1 0 0 0,-1 0 0 0 0,1-1 0 0 0,-1 1 0 0 0,1 0-1 0 0,-1-1 1 0 0,1 1 0 0 0,-1 0 0 0 0,1 0 0 0 0,0-1 0 0 0,37-12-7 0 0,-24 9 0 0 0,27-8-5 0 0,0 2 1 0 0,61-7-1 0 0,86 1-39 0 0,-170 15 46 0 0,300 2-82 0 0,-226 9 68 0 0,32 0-15 0 0,258 3-7 0 0,-276-5 39 0 0,-84-2 2 0 0,-14-3 0 0 0,-8-10 0 0 0,-1 6 0 0 0,0 1 0 0 0,0-1 0 0 0,0 0 0 0 0,0 0 0 0 0,0 1 0 0 0,0-1 0 0 0,0 0 0 0 0,0 1 0 0 0,0-1 0 0 0,-1 1 0 0 0,1-1 0 0 0,0 1 0 0 0,0 0 0 0 0,0-1 0 0 0,-1 1 0 0 0,1 0 0 0 0,0 0 0 0 0,0 0 0 0 0,-1 0 0 0 0,1 0 0 0 0,0 0 0 0 0,0 0 0 0 0,-1 1 0 0 0,1-1 0 0 0,-2 1 0 0 0,-7 0 0 0 0,-388 24 2 0 0,278-18 5 0 0,-158-12 0 0 0,247 4-7 0 0,-20 1 0 0 0,35 1 0 0 0,0-1 0 0 0,1-1-1 0 0,-1 0 1 0 0,-22-5 0 0 0,-8 2-6 0 0,41 4 5 0 0,0 0 0 0 0,0 0 1 0 0,-1 0-1 0 0,1-1 0 0 0,0 0 0 0 0,0 0 0 0 0,0 0 0 0 0,-8-4 1 0 0,12 5-1 0 0,1-1 0 0 0,0 1 0 0 0,0-1 1 0 0,0 1-1 0 0,0-1 0 0 0,0 1 0 0 0,0-1 0 0 0,0 1 1 0 0,0-1-1 0 0,0 1 0 0 0,0-1 0 0 0,0 0 0 0 0,0 1 1 0 0,0-1-1 0 0,0 1 0 0 0,0-1 0 0 0,1 1 1 0 0,-1-1-1 0 0,0 1 0 0 0,0-1 0 0 0,1 1 0 0 0,-1-1 1 0 0,0 1-1 0 0,1 0 0 0 0,-1-1 0 0 0,0 1 1 0 0,1-1-1 0 0,-1 1 0 0 0,0 0 0 0 0,1-1 0 0 0,-1 1 1 0 0,1 0-1 0 0,-1 0 0 0 0,1-1 0 0 0,-1 1 1 0 0,1 0-1 0 0,-1 0 0 0 0,1 0 0 0 0,-1-1 0 0 0,2 1 1 0 0,33-6-3 0 0,-11 2 1 0 0,0 0 0 0 0,39 0-1 0 0,284 8-6 0 0,-148 5-15 0 0,-7 5 9 0 0,-177-13 10 0 0,103 8 2 0 0,-107-8 3 0 0,23 4 0 0 0,-31-4 0 0 0,-20 0 0 0 0,-46-1 0 0 0,-168-3 0 0 0,191 4 0 0 0,31-1 0 0 0,0 1 0 0 0,0-1 0 0 0,0-1 0 0 0,-1 1 0 0 0,1-2 0 0 0,-16-3 0 0 0,-12 1 0 0 0,32 4 0 0 0,1 0 0 0 0,0 0 0 0 0,0 0-1 0 0,0 0 1 0 0,0-1 0 0 0,0 0-1 0 0,0 0 1 0 0,0 0 0 0 0,-7-3 0 0 0,-25-23-55 0 0,31 23 17 0 0,-1-2-75 0 0,19 1 56 0 0,385-26-142 0 0,-357 33 171 0 0,77 12 0 0 0,-64-17 14 0 0,-40 0 7 0 0,-38 1 4 0 0,-106-1 11 0 0,52 0 5 0 0,-91 8 0 0 0,21 0 17 0 0,50-4-7 0 0,-32-6 13 0 0,53 0-23 0 0,1-3 4 0 0,47 4-5 0 0,-35 0 1 0 0,-37-6 17 0 0,100 10-30 0 0,1 1 1 0 0,-1-1-1 0 0,0 0 0 0 0,1 0 0 0 0,-1 0 0 0 0,1 0 1 0 0,-1 0-1 0 0,0 0 0 0 0,1 0 0 0 0,-1-1 0 0 0,1 1 0 0 0,-1 0 1 0 0,0 0-1 0 0,1 0 0 0 0,-1-1 0 0 0,1 1 0 0 0,-1 0 1 0 0,1 0-1 0 0,-1-1 0 0 0,1 1 0 0 0,-1-1 0 0 0,1 1 0 0 0,-1 0 1 0 0,1-1-1 0 0,-1 1 0 0 0,1-1 0 0 0,0 1 0 0 0,-1-1 1 0 0,1 1-1 0 0,0-1 0 0 0,-1 1 0 0 0,1-1 0 0 0,0 0 0 0 0,0 1 1 0 0,0-1-1 0 0,-1 1 0 0 0,1-1 0 0 0,0 0 0 0 0,0 1 1 0 0,0-1-1 0 0,0 1 0 0 0,0-1 0 0 0,0-1 0 0 0,1 1 1 0 0,0-1-1 0 0,0 1 1 0 0,-1-1-1 0 0,1 1 0 0 0,0 0 1 0 0,0-1-1 0 0,1 1 1 0 0,-1 0-1 0 0,0 0 1 0 0,0 0-1 0 0,0 0 0 0 0,1 0 1 0 0,-1 0-1 0 0,1 0 1 0 0,-1 0-1 0 0,1 0 0 0 0,-1 1 1 0 0,3-2-1 0 0,22-6 0 0 0,1 0 0 0 0,0 2 0 0 0,0 1 0 0 0,38-2 0 0 0,115 4 5 0 0,-37 2 6 0 0,98-8 29 0 0,-76 7-15 0 0,-20 1 21 0 0,-110-7-32 0 0,-31 7-9 0 0,-1 0-1 0 0,1 0 1 0 0,-1 0-1 0 0,1 0 1 0 0,-1 1-1 0 0,1-1 1 0 0,0 1-1 0 0,0 0 1 0 0,-1 0-1 0 0,6 1 1 0 0,-8-1-4 0 0,-1 0 1 0 0,1 1-1 0 0,-1-1 1 0 0,0 0 0 0 0,1 0-1 0 0,-1 0 1 0 0,1 0-1 0 0,-1 0 1 0 0,1 0-1 0 0,-1 0 1 0 0,1 0-1 0 0,-1 0 1 0 0,1 0-1 0 0,-1 0 1 0 0,1 0-1 0 0,-1 0 1 0 0,0 0-1 0 0,1 0 1 0 0,-1 0-1 0 0,1 0 1 0 0,-1-1-1 0 0,1 1 1 0 0,-1 0-1 0 0,0 0 1 0 0,1 0-1 0 0,-1-1 1 0 0,1 1-1 0 0,-1 0 1 0 0,0-1-1 0 0,1 1 1 0 0,-1 0-1 0 0,0-1 1 0 0,1 1-1 0 0,-1 0 1 0 0,0-1-1 0 0,0 1 1 0 0,0-1-1 0 0,1 1 1 0 0,-1 0-1 0 0,0-1 1 0 0,0 1-1 0 0,0-1 1 0 0,0 1-1 0 0,0-1 1 0 0,0 1-1 0 0,0-1 1 0 0,1 1-1 0 0,-1-1 1 0 0,-1 1-1 0 0,1-1 1 0 0,0 1-1 0 0,0-1 1 0 0,0 0 41 0 0,-2 0-22 0 0,-23-4-10 0 0,0 1 0 0 0,-1 1 0 0 0,-26 0 0 0 0,4 0-6 0 0,-97-5 15 0 0,-49-5 7 0 0,32 2-8 0 0,43 5-3 0 0,47-2-2 0 0,-87-5 9 0 0,92 4-21 0 0,-2 2-4 0 0,15-2-35 0 0,54 9 25 0 0,4-2-48 0 0,12-4 43 0 0,1 0 1 0 0,0 2 0 0 0,0 0 0 0 0,0 0 0 0 0,0 2-1 0 0,27-1 1 0 0,181-10-46 0 0,-190 13 38 0 0,58 6 0 0 0,-66-3 11 0 0,-1-1 0 0 0,1-2 1 0 0,33-3-1 0 0,220-20-67 0 0,-55 22 40 0 0,-91 10 41 0 0,-201-11 8 0 0,-62-1-8 0 0,-92 3 5 0 0,107 3-6 0 0,81-1 0 0 0,0-1 0 0 0,-1-1 0 0 0,-35-6 0 0 0,-110-17-3 0 0,-70-12-2 0 0,116 18 5 0 0,132 17 2 0 0,0 0-1 0 0,0 0 0 0 0,0 0 0 0 0,0 0 0 0 0,0 0 1 0 0,1 0-1 0 0,-1 0 0 0 0,0 0 0 0 0,0-1 1 0 0,0 1-1 0 0,0 0 0 0 0,0-1 0 0 0,0 1 1 0 0,1 0-1 0 0,-1-1 0 0 0,0 1 0 0 0,0-1 1 0 0,0 1-1 0 0,1-1 0 0 0,-1 0 0 0 0,0 1 1 0 0,1-1-1 0 0,-2-1 0 0 0,4 0 2 0 0,0 1-1 0 0,0-1 1 0 0,0 1-1 0 0,0-1 1 0 0,0 1-1 0 0,0 0 1 0 0,0 0-1 0 0,0 0 1 0 0,0 0-1 0 0,1 0 1 0 0,-1 0 0 0 0,0 1-1 0 0,5-2 1 0 0,25-8 3 0 0,0 0 1 0 0,1 2 0 0 0,0 2 0 0 0,0 1 0 0 0,1 1 0 0 0,50 1 0 0 0,-44 7-2 0 0,97 3 14 0 0,-102-6-3 0 0,52 8 1 0 0,-69-7-6 0 0,4-1-2 0 0,-1 0 0 0 0,1-2 1 0 0,-1-1-1 0 0,32-5 0 0 0,-25 2 30 0 0,46-1 0 0 0,-42 6 62 0 0,-32 0-58 0 0,-5 1-22 0 0,-42 7 0 0 0,0-3 0 0 0,-90 0 0 0 0,-136-28-19 0 0,163 10-2 0 0,54 10 0 0 0,-109 7 0 0 0,105 0 0 0 0,23-4-1 0 0,1-1 0 0 0,0-1 0 0 0,-54-12 0 0 0,-104-36-3 0 0,171 40 4 0 0,23 10 0 0 0,1 0 0 0 0,-1 0 0 0 0,0 0 0 0 0,0 0 0 0 0,0 0 0 0 0,0 0 0 0 0,1 0 0 0 0,-1 0 0 0 0,0 0 0 0 0,0 0 0 0 0,0 0 0 0 0,0 0 0 0 0,0 0 0 0 0,1 0 0 0 0,-1-1 0 0 0,0 1 0 0 0,0 0 0 0 0,0 0 0 0 0,0 0 0 0 0,0 0 0 0 0,0 0 0 0 0,1 0 0 0 0,-1 0 0 0 0,0-1 0 0 0,0 1 0 0 0,0 0 0 0 0,0 0 0 0 0,0 0 0 0 0,0 0 0 0 0,0-1 0 0 0,0 1 0 0 0,0 0 0 0 0,0 0 0 0 0,0 0 0 0 0,0 0 0 0 0,0 0 0 0 0,0-1 0 0 0,0 1 0 0 0,0 0 0 0 0,0 0 0 0 0,0 0 0 0 0,0 0 0 0 0,0-1 0 0 0,0 1 0 0 0,0 0 0 0 0,0 0 0 0 0,0 0 0 0 0,0 0 0 0 0,0 0 0 0 0,-1-1 0 0 0,1 1 0 0 0,0 0 0 0 0,0 0 0 0 0,0 0 0 0 0,0 0 0 0 0,0 0 0 0 0,0-1 0 0 0,13-1 0 0 0,200-16 0 0 0,-119 6 0 0 0,109 0 5 0 0,-137 10-3 0 0,-21 0-1 0 0,-15 0-1 0 0,0 1 0 0 0,0 1 0 0 0,58 9 0 0 0,-64-5-1 0 0,8 3 5 0 0,0-1 0 0 0,0-3-1 0 0,0 0 1 0 0,50-3 0 0 0,-23-5 4 0 0,101 4 0 0 0,-129 3-3 0 0,0-1 2 0 0,1 1-1 0 0,-1 2 0 0 0,-1 1 1 0 0,55 16-1 0 0,-71-13 14 0 0,-14-8-20 0 0,0 0 0 0 0,0 0 1 0 0,0 0-1 0 0,0 0 0 0 0,1 1 1 0 0,-1-1-1 0 0,0 0 0 0 0,0 0 1 0 0,0 0-1 0 0,0 0 1 0 0,0 1-1 0 0,0-1 0 0 0,0 0 1 0 0,0 0-1 0 0,-1 0 0 0 0,1 1 1 0 0,0-1-1 0 0,0 0 0 0 0,0 0 1 0 0,0 0-1 0 0,0 0 1 0 0,0 1-1 0 0,0-1 0 0 0,0 0 1 0 0,0 0-1 0 0,0 0 0 0 0,-1 0 1 0 0,1 0-1 0 0,0 1 0 0 0,0-1 1 0 0,0 0-1 0 0,0 0 1 0 0,0 0-1 0 0,-1 0 0 0 0,1 0 1 0 0,0 0-1 0 0,0 0 0 0 0,0 0 1 0 0,0 0-1 0 0,-1 1 0 0 0,1-1 1 0 0,0 0-1 0 0,0 0 1 0 0,-1 0-1 0 0,-52 11 5 0 0,-71 6-5 0 0,0-5-1 0 0,-184-7 1 0 0,173-20-4 0 0,-56-1 1 0 0,67 19-9 0 0,63 0-6 0 0,-105-8-1 0 0,5-26-33 0 0,46 14 21 0 0,-17-3-30 0 0,54 6-186 0 0,168 5 241 0 0,132 4-1 0 0,-105 4 4 0 0,25-5 3 0 0,276 3 0 0 0,-378 7 0 0 0,59 14 0 0 0,-66-10 0 0 0,0-2 0 0 0,50 3 0 0 0,49-17 4 0 0,5 0 2 0 0,-80 10-2 0 0,0 1 1 0 0,0 4-1 0 0,0 2 1 0 0,68 20-1 0 0,-104-22-1 0 0,-8-2-2 0 0,1-1 0 0 0,1 0 0 0 0,-1 0 0 0 0,0-2 0 0 0,17 2 1 0 0,-17-4 3 0 0,0 2 1 0 0,0-1-1 0 0,0 2 1 0 0,0 0-1 0 0,-1 0 0 0 0,1 1 1 0 0,-1 1-1 0 0,0 0 1 0 0,13 8-1 0 0,-26-13-3 0 0,1 0 0 0 0,0 1 0 0 0,0-1-1 0 0,-1 0 1 0 0,1 1 0 0 0,-1-1 0 0 0,1 1-1 0 0,0-1 1 0 0,-1 1 0 0 0,1-1 0 0 0,-1 1-1 0 0,1-1 1 0 0,-1 1 0 0 0,1-1 0 0 0,-1 1 0 0 0,1 0-1 0 0,-1-1 1 0 0,0 1 0 0 0,1 0 0 0 0,-1 0-1 0 0,0-1 1 0 0,0 1 0 0 0,0 0 0 0 0,1 0-1 0 0,-1-1 1 0 0,0 1 0 0 0,0 0 0 0 0,0 0-1 0 0,0-1 1 0 0,0 1 0 0 0,0 0 0 0 0,0 0-1 0 0,-1-1 1 0 0,1 1 0 0 0,0 0 0 0 0,0 0 0 0 0,0-1-1 0 0,-1 1 1 0 0,1 0 0 0 0,0-1 0 0 0,-1 1-1 0 0,1 0 1 0 0,-1-1 0 0 0,1 1 0 0 0,-1-1-1 0 0,1 1 1 0 0,-1-1 0 0 0,1 1 0 0 0,-1-1-1 0 0,0 1 1 0 0,1-1 0 0 0,-1 1 0 0 0,0-1 0 0 0,0 1-1 0 0,-6 3 7 0 0,1 0 0 0 0,0-1 0 0 0,-1 0 0 0 0,0 0-1 0 0,-13 4 1 0 0,-39 8 10 0 0,0-4-1 0 0,-1-1 1 0 0,0-4 0 0 0,-64 0-1 0 0,115-6-15 0 0,-38 0 33 0 0,-70 8-1 0 0,30 10 31 0 0,75-15-35 0 0,19 0 9 0 0,7 1-36 0 0,9 2 2 0 0,0 0-1 0 0,0-2 1 0 0,45 4-1 0 0,-35-5 0 0 0,39 8 0 0 0,-25-3 2 0 0,-33-6 2 0 0,1 0-1 0 0,26 8 1 0 0,-26-6 0 0 0,-14-4-6 0 0,0 0-1 0 0,0 0 1 0 0,1 0-1 0 0,-1 1 1 0 0,0-1-1 0 0,1 0 0 0 0,-1 1 1 0 0,0-1-1 0 0,0 1 1 0 0,0 0-1 0 0,0-1 1 0 0,1 1-1 0 0,-1 0 0 0 0,0 0 1 0 0,0-1-1 0 0,0 1 1 0 0,0 0-1 0 0,-1 0 1 0 0,1 0-1 0 0,0 0 0 0 0,0 0 1 0 0,0 2-1 0 0,5-3 22 0 0,-6 0-23 0 0,1 0 1 0 0,-1-1 0 0 0,0 1 0 0 0,1 0 0 0 0,-1 0 0 0 0,0 0 0 0 0,1 0 0 0 0,-1 0 0 0 0,0 0-1 0 0,1 0 1 0 0,-1 0 0 0 0,1-1 0 0 0,-1 1 0 0 0,0 0 0 0 0,1 1 0 0 0,-1-1 0 0 0,0 0 0 0 0,1 0-1 0 0,-1 0 1 0 0,0 0 0 0 0,1 0 0 0 0,-1 0 0 0 0,1 0 0 0 0,-1 0 0 0 0,0 1 0 0 0,0-1-1 0 0,1 0 1 0 0,0 1 0 0 0,-1 0 7 0 0,1 2-5 0 0,1 0 0 0 0,0-1 0 0 0,0 1-1 0 0,0 0 1 0 0,0-1 0 0 0,1 1 0 0 0,-1-1 0 0 0,1 0-1 0 0,-1 0 1 0 0,5 3 0 0 0,-7-5-3 0 0,7 4 3 0 0,-1-1 1 0 0,1 0-1 0 0,0 0 0 0 0,0 0 1 0 0,0-1-1 0 0,1 0 0 0 0,-1 0 1 0 0,0-1-1 0 0,9 1 0 0 0,-15-2-2 0 0,0 0-1 0 0,0 1 0 0 0,0-1 1 0 0,-1 1-1 0 0,1-1 1 0 0,0 1-1 0 0,-1 0 0 0 0,1-1 1 0 0,0 1-1 0 0,-1 0 1 0 0,1-1-1 0 0,-1 1 0 0 0,1 0 1 0 0,-1 0-1 0 0,1-1 1 0 0,-1 1-1 0 0,1 0 0 0 0,-1 0 1 0 0,0 0-1 0 0,0 0 1 0 0,1 0-1 0 0,-1-1 0 0 0,0 1 1 0 0,0 0-1 0 0,0 0 1 0 0,0 0-1 0 0,0 0 0 0 0,0 0 1 0 0,0 1-1 0 0,-1 38 18 0 0,1-29-16 0 0,0-4-2 0 0,-1 0 0 0 0,1-1 0 0 0,-1 1 0 0 0,-1-1 0 0 0,1 1 0 0 0,-1-1 0 0 0,0 0 0 0 0,0 0 0 0 0,-1 0 0 0 0,0 0 0 0 0,0 0 0 0 0,0 0 0 0 0,-1-1 0 0 0,0 1 0 0 0,0-1 0 0 0,-6 6 0 0 0,9-9 0 0 0,0 0 0 0 0,1 0 0 0 0,-1 0 0 0 0,1 0 0 0 0,-1 0 0 0 0,1 0 0 0 0,0 0 0 0 0,0 0 0 0 0,0 0 0 0 0,0 1 0 0 0,0-1 0 0 0,1 0 0 0 0,0 3 0 0 0,0-5 1 0 0,-1 0-1 0 0,1 0 1 0 0,0 0-1 0 0,-1 0 0 0 0,1 0 1 0 0,0 0-1 0 0,-1 0 1 0 0,1 0-1 0 0,0 0 1 0 0,-1-1-1 0 0,1 1 0 0 0,0 0 1 0 0,-1 0-1 0 0,1-1 1 0 0,-1 1-1 0 0,1 0 1 0 0,0-1-1 0 0,-1 1 0 0 0,1-1 1 0 0,-1 1-1 0 0,1-1 1 0 0,-1 1-1 0 0,1-1 1 0 0,-1 1-1 0 0,0-1 0 0 0,1 1 1 0 0,-1-2-1 0 0,16-15 12 0 0,-10 11-10 0 0,1 0-1 0 0,0 0 1 0 0,0 1-1 0 0,0-1 1 0 0,0 2 0 0 0,1-1-1 0 0,0 1 1 0 0,0 0-1 0 0,0 0 1 0 0,16-3-1 0 0,36-20 6 0 0,-14 4-7 0 0,-29 15 0 0 0,-1 0 0 0 0,23-15 0 0 0,-32 16 0 0 0,6-3 0 0 0,-11 12 0 0 0,-6 9 0 0 0,-50 117 24 0 0,47-114-24 0 0,5-12 0 0 0,1 1 0 0 0,0-1 0 0 0,0 1 0 0 0,0-1 0 0 0,0 1 0 0 0,0 0 0 0 0,0-1 0 0 0,1 1 0 0 0,-1 0 0 0 0,1 5 0 0 0,-8-46 0 0 0,6 31 0 0 0,0 1 0 0 0,0 0 0 0 0,1-1 0 0 0,-1-13 0 0 0,2-98 0 0 0,0 118 0 0 0,0-1 0 0 0,0 1 0 0 0,0 0 0 0 0,-1-1 0 0 0,1 1 0 0 0,0 0 0 0 0,0-1 0 0 0,0 1 0 0 0,0 0 0 0 0,-1-1 0 0 0,1 1 0 0 0,0 0 0 0 0,0 0 0 0 0,-1-1 0 0 0,1 1 0 0 0,0 0 0 0 0,-1 0 0 0 0,1 0 0 0 0,0-1 0 0 0,-1 1 0 0 0,1 0 0 0 0,0 0 0 0 0,-1 0 0 0 0,1 0 0 0 0,0 0 0 0 0,-1-1 0 0 0,1 1 0 0 0,0 0 0 0 0,-1 0 0 0 0,1 0 0 0 0,-1 0 0 0 0,1 0 0 0 0,0 0 0 0 0,-1 0 0 0 0,1 0 0 0 0,0 1 0 0 0,-1-1 0 0 0,1 0 0 0 0,0 0 0 0 0,-1 0 0 0 0,1 0 0 0 0,-1 1 0 0 0,-14 4 0 0 0,-9 16 0 0 0,2 1 0 0 0,-29 36 0 0 0,29-31 0 0 0,1 3 0 0 0,21-28 0 0 0,6-5 0 0 0,6-4 0 0 0,101-78 0 0 0,-95 69 0 0 0,-18 15 0 0 0,-12 11 0 0 0,-8 8 0 0 0,-1-2 0 0 0,-32 20 0 0 0,40-23 0 0 0,12-12 0 0 0,0 0 0 0 0,1 0 0 0 0,-1 1 0 0 0,0-1 0 0 0,0 0 0 0 0,0 0 0 0 0,0 0 0 0 0,0-1 0 0 0,0 1 0 0 0,0 0 0 0 0,0 0 0 0 0,-1 0 0 0 0,1-1 0 0 0,0 1 0 0 0,0-1 0 0 0,-1 1 0 0 0,1-1 0 0 0,0 1 0 0 0,-1-1 0 0 0,1 0 0 0 0,0 0 0 0 0,-3 1 0 0 0,-1 1 0 0 0,0 0 0 0 0,0 1 0 0 0,0-1 0 0 0,1 1 0 0 0,-1 0 0 0 0,1 1 0 0 0,-1-1 0 0 0,1 1 0 0 0,0 0 0 0 0,-5 6 0 0 0,4-5 0 0 0,-2 3 0 0 0,0 0 0 0 0,1 0 0 0 0,-1 0 0 0 0,1 1 0 0 0,1 0 0 0 0,0 0 0 0 0,0 0 0 0 0,1 1 0 0 0,0-1 0 0 0,0 1 0 0 0,1 0 0 0 0,1 0 0 0 0,-2 12 0 0 0,3-15 0 0 0,0 1 0 0 0,1-1 0 0 0,0 0 0 0 0,1 0 0 0 0,-1 1 0 0 0,2-1 0 0 0,-1 0 0 0 0,1 0 0 0 0,0 0 0 0 0,0 0 0 0 0,0 0 0 0 0,1 0 0 0 0,1-1 0 0 0,-1 1 0 0 0,1-1 0 0 0,0 0 0 0 0,0 0 0 0 0,1 0 0 0 0,6 6 0 0 0,-7-9 0 0 0,0 1 0 0 0,1-1 0 0 0,-1 0 0 0 0,1-1 0 0 0,7 4 0 0 0,8 5 0 0 0,-20-12 1 0 0,0 1 0 0 0,0 0-1 0 0,0 0 1 0 0,0-1-1 0 0,0 1 1 0 0,-1 0 0 0 0,1 0-1 0 0,0-1 1 0 0,0 1 0 0 0,0 0-1 0 0,0-1 1 0 0,0 1-1 0 0,0 0 1 0 0,0 0 0 0 0,0-1-1 0 0,0 1 1 0 0,0 0 0 0 0,0-1-1 0 0,0 1 1 0 0,0 0-1 0 0,0 0 1 0 0,0-1 0 0 0,0 1-1 0 0,1 0 1 0 0,-1 0 0 0 0,0-1-1 0 0,0 1 1 0 0,0 0-1 0 0,0 0 1 0 0,0-1 0 0 0,1 1-1 0 0,-1 0 1 0 0,0 0 0 0 0,0-1-1 0 0,0 1 1 0 0,1 0-1 0 0,-1 0 1 0 0,0 0 0 0 0,0 0-1 0 0,1 0 1 0 0,-1-1 0 0 0,0 1-1 0 0,1 0 1 0 0,-1 0-1 0 0,0 0 1 0 0,0 0 0 0 0,1 0-1 0 0,-1 0 1 0 0,0 0 0 0 0,0 0-1 0 0,1 0 1 0 0,-1 0 0 0 0,0 0-1 0 0,1 0 1 0 0,-1 0-1 0 0,0 0 1 0 0,0 0 0 0 0,1 0-1 0 0,-1 0 1 0 0,0 0 0 0 0,1 1-1 0 0,-1-1 1 0 0,0 0-1 0 0,0 0 1 0 0,1 0 0 0 0,-1 0-1 0 0,0 1 1 0 0,1-1 0 0 0,-8-26 1 0 0,6 22 0 0 0,-2-4-2 0 0,0-1 0 0 0,0 1-1 0 0,0 0 1 0 0,-2 0 0 0 0,1 0 0 0 0,-1 0-1 0 0,0 1 1 0 0,0-1 0 0 0,-1 2-1 0 0,0-1 1 0 0,0 0 0 0 0,0 1 0 0 0,-9-6-1 0 0,9 7 1 0 0,-1 0 0 0 0,1 1 0 0 0,-1 0-1 0 0,0 0 1 0 0,0 1 0 0 0,0-1 0 0 0,-1 2-1 0 0,1-1 1 0 0,-1 1 0 0 0,1 0 0 0 0,-1 1-1 0 0,0-1 1 0 0,0 1 0 0 0,1 1 0 0 0,-10 0-1 0 0,2 8 675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1:43.9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2947 812 3616 0 0,'113'-12'694'0'0,"163"-41"0"0"0,-109 18 206 0 0,-150 31-751 0 0,-1-1 1 0 0,21-9 0 0 0,7-2 90 0 0,-43 16-227 0 0,0 0-1 0 0,0-1 0 0 0,0 1 1 0 0,0-1-1 0 0,0 1 1 0 0,0-1-1 0 0,0 1 0 0 0,0-1 1 0 0,0 0-1 0 0,0 1 1 0 0,0-1-1 0 0,0 0 1 0 0,0 0-1 0 0,0 1 0 0 0,-1-1 1 0 0,1 0-1 0 0,0 0 1 0 0,-1 0-1 0 0,1 0 0 0 0,0 0 1 0 0,-1 0-1 0 0,0 0 1 0 0,1-1-1 0 0,-1 1 1 0 0,1 0-1 0 0,-1 0 0 0 0,0 0 1 0 0,0 0-1 0 0,0 0 1 0 0,0-1-1 0 0,0 1 0 0 0,0 0 1 0 0,0 0-1 0 0,0-1 1 0 0,-1 0 5 0 0,1 0 1 0 0,-1 0-1 0 0,0 0 1 0 0,0 0 0 0 0,0 0-1 0 0,0 0 1 0 0,0 0 0 0 0,0 0-1 0 0,0 1 1 0 0,-1-1-1 0 0,1 0 1 0 0,-1 1 0 0 0,1 0-1 0 0,-1-1 1 0 0,0 1-1 0 0,1 0 1 0 0,-1-1 0 0 0,0 1-1 0 0,-4-1 1 0 0,-34-12 38 0 0,0 2-1 0 0,-2 2 1 0 0,1 2 0 0 0,-61-5 0 0 0,47 6-15 0 0,-147-18 191 0 0,0 9 0 0 0,-223 11 0 0 0,345 8-47 0 0,9-2 461 0 0,-1 3 1 0 0,1 4-1 0 0,-94 22 0 0 0,137-18-164 0 0,29-12-472 0 0,-1 0-1 0 0,0 0 1 0 0,1 0-1 0 0,-1 0 1 0 0,0 0-1 0 0,1 0 1 0 0,-1 1-1 0 0,0-1 1 0 0,1 0-1 0 0,-1 0 0 0 0,0 0 1 0 0,0 0-1 0 0,1 1 1 0 0,-1-1-1 0 0,0 0 1 0 0,0 0-1 0 0,1 0 1 0 0,-1 1-1 0 0,0-1 1 0 0,0 0-1 0 0,1 0 1 0 0,-1 1-1 0 0,0-1 1 0 0,0 0-1 0 0,0 1 1 0 0,0-1-1 0 0,1 0 1 0 0,-1 1-1 0 0,0-1 1 0 0,0 0-1 0 0,0 1 1 0 0,0-1-1 0 0,0 0 1 0 0,0 1-1 0 0,0-1 1 0 0,0 0-1 0 0,0 1 1 0 0,0-1-1 0 0,0 0 1 0 0,0 1-1 0 0,0-1 1 0 0,0 0-1 0 0,-1 1 1 0 0,1-1-1 0 0,0 0 1 0 0,0 0-1 0 0,0 1 1 0 0,0-1-1 0 0,0 0 1 0 0,-1 1-1 0 0,1-1 1 0 0,0 0-1 0 0,0 0 1 0 0,-1 1-1 0 0,1-1 1 0 0,0 0-1 0 0,0 0 1 0 0,-1 0-1 0 0,1 1 1 0 0,0-1-1 0 0,-1 0 1 0 0,1 0-1 0 0,0 0 1 0 0,0 0-1 0 0,-1 0 1 0 0,4 1 25 0 0,1 0 1 0 0,-1 0 0 0 0,1-1-1 0 0,-1 0 1 0 0,1 0 0 0 0,-1 0 0 0 0,1 0-1 0 0,0 0 1 0 0,6-2 0 0 0,14-1 17 0 0,74 2 68 0 0,119-9 92 0 0,394-44 159 0 0,-522 48-345 0 0,117-21 50 0 0,-7 1 132 0 0,159-13 369 0 0,-248 24-350 0 0,71-13 282 0 0,-144 20-361 0 0,0-2 0 0 0,61-23-1 0 0,-68 16-29 0 0,-30 17-117 0 0,0 0 0 0 0,1-1 0 0 0,-1 1 0 0 0,0 0 0 0 0,1-1 0 0 0,-1 1 0 0 0,0 0 0 0 0,1-1 0 0 0,-1 1 0 0 0,0 0 0 0 0,0-1 0 0 0,0 1 0 0 0,1 0 0 0 0,-1-1 0 0 0,0 1 1 0 0,0-1-1 0 0,0 1 0 0 0,0 0 0 0 0,0-1 0 0 0,0 1 0 0 0,0-1 0 0 0,0 1 0 0 0,0-1 0 0 0,0 1 0 0 0,0 0 0 0 0,0-1 0 0 0,0 1 0 0 0,0-1 0 0 0,0 0 0 0 0,-1 0 2 0 0,0 0 1 0 0,0 0-1 0 0,0 1 0 0 0,-1-1 1 0 0,1 0-1 0 0,0 0 0 0 0,0 1 1 0 0,-1-1-1 0 0,1 0 0 0 0,0 1 1 0 0,0-1-1 0 0,-1 1 0 0 0,1 0 1 0 0,-1 0-1 0 0,-1-1 0 0 0,-115-18 30 0 0,-170-7-1 0 0,114 14-21 0 0,-137 6 14 0 0,40 5 43 0 0,120-8 43 0 0,-298 24 1 0 0,175-5 149 0 0,225-13-178 0 0,0-2-1 0 0,-63-15 1 0 0,99 17-64 0 0,13 3-16 0 0,0 0-1 0 0,0 0 0 0 0,0 0 1 0 0,0 0-1 0 0,0 0 1 0 0,-1 0-1 0 0,1 0 1 0 0,0 0-1 0 0,0 0 1 0 0,0 0-1 0 0,0 0 0 0 0,0 0 1 0 0,-1 0-1 0 0,1 0 1 0 0,0 0-1 0 0,0 0 1 0 0,0 0-1 0 0,0 0 0 0 0,0 0 1 0 0,0 0-1 0 0,-1 0 1 0 0,1 0-1 0 0,0 0 1 0 0,0-1-1 0 0,0 1 0 0 0,0 0 1 0 0,0 0-1 0 0,0 0 1 0 0,0 0-1 0 0,0 0 1 0 0,-1 0-1 0 0,1-1 1 0 0,0 1-1 0 0,0 0 0 0 0,0 0 1 0 0,0 0-1 0 0,0 0 1 0 0,0 0-1 0 0,0 0 1 0 0,0-1-1 0 0,0 1 0 0 0,0 0 1 0 0,0 0-1 0 0,0 0 1 0 0,0 0-1 0 0,0 0 1 0 0,0-1-1 0 0,0 1 0 0 0,0 0 1 0 0,0 0-1 0 0,0 0 1 0 0,0 0-1 0 0,1 0 1 0 0,-1-1-1 0 0,0 1 1 0 0,0 0-1 0 0,0 0 0 0 0,0 0 1 0 0,0 0-1 0 0,0 0 1 0 0,0 0-1 0 0,0 0 1 0 0,0-1-1 0 0,1 1 0 0 0,-1 0 1 0 0,0 0-1 0 0,0 0 1 0 0,0 0-1 0 0,19-10 128 0 0,-9 6-94 0 0,0 1 0 0 0,1 0-1 0 0,-1 1 1 0 0,15-2 0 0 0,32-1 34 0 0,41-2 116 0 0,122-25 0 0 0,-157 19-122 0 0,-1 3 0 0 0,2 3-1 0 0,-1 2 1 0 0,127 9 0 0 0,-123-2-23 0 0,1-3 1 0 0,-1-2-1 0 0,84-16 0 0 0,-142 18-37 0 0,-6 0 0 0 0,1 0-1 0 0,0 0 1 0 0,0 0-1 0 0,0 1 1 0 0,0 0-1 0 0,0 0 1 0 0,1 0-1 0 0,-1 1 1 0 0,0-1-1 0 0,0 1 1 0 0,5 1-1 0 0,-8-1-3 0 0,-1-1-1 0 0,0 0 0 0 0,0 0 0 0 0,0 1 0 0 0,1-1 1 0 0,-1 0-1 0 0,0 1 0 0 0,0-1 0 0 0,0 0 1 0 0,0 0-1 0 0,0 1 0 0 0,0-1 0 0 0,0 0 0 0 0,1 1 1 0 0,-1-1-1 0 0,0 0 0 0 0,0 1 0 0 0,0-1 0 0 0,0 0 1 0 0,-1 1-1 0 0,1-1 0 0 0,0 0 0 0 0,0 1 0 0 0,0-1 1 0 0,0 0-1 0 0,0 1 0 0 0,0-1 0 0 0,0 0 1 0 0,0 0-1 0 0,-1 1 0 0 0,1-1 0 0 0,0 0 0 0 0,0 0 1 0 0,0 1-1 0 0,-1-1 0 0 0,1 0 0 0 0,0 0 0 0 0,0 1 1 0 0,-1-1-1 0 0,1 0 0 0 0,0 0 0 0 0,-1 0 0 0 0,1 0 1 0 0,0 1-1 0 0,0-1 0 0 0,-1 0 0 0 0,-13 9 30 0 0,-40 21 15 0 0,38-21-36 0 0,-1 1-1 0 0,0-2 1 0 0,0 0-1 0 0,-1-1 1 0 0,-19 5-1 0 0,-31 0 30 0 0,-77 6 0 0 0,-59 10 54 0 0,197-26-90 0 0,-332 58 146 0 0,133-50-82 0 0,-34 3 18 0 0,66-6 60 0 0,158-7-121 0 0,-14-3 102 0 0,30 3-124 0 0,0 0 1 0 0,0 0-1 0 0,0-1 1 0 0,0 1-1 0 0,0 0 0 0 0,0 0 1 0 0,-1 0-1 0 0,1 0 1 0 0,0 0-1 0 0,0 0 1 0 0,0 0-1 0 0,0 0 1 0 0,0 0-1 0 0,0 0 0 0 0,0-1 1 0 0,0 1-1 0 0,0 0 1 0 0,0 0-1 0 0,0 0 1 0 0,0 0-1 0 0,0 0 1 0 0,0 0-1 0 0,0 0 0 0 0,0-1 1 0 0,0 1-1 0 0,0 0 1 0 0,0 0-1 0 0,0 0 1 0 0,0 0-1 0 0,0 0 1 0 0,0 0-1 0 0,0-1 0 0 0,0 1 1 0 0,0 0-1 0 0,0 0 1 0 0,0 0-1 0 0,0 0 1 0 0,0 0-1 0 0,0 0 1 0 0,0 0-1 0 0,0 0 0 0 0,0 0 1 0 0,0-1-1 0 0,1 1 1 0 0,-1 0-1 0 0,0 0 1 0 0,0 0-1 0 0,0 0 0 0 0,0 0 1 0 0,0 0-1 0 0,0 0 1 0 0,0 0-1 0 0,16-8 100 0 0,37-11-55 0 0,0 2 0 0 0,2 3 1 0 0,0 2-1 0 0,0 2 0 0 0,1 3 0 0 0,92 0 0 0 0,-70 5-12 0 0,140-20 0 0 0,-125 9-21 0 0,-1 4-1 0 0,170 5 0 0 0,-199 8-10 0 0,-1-3 0 0 0,91-10-1 0 0,-101 1 1 0 0,-11 2 4 0 0,-1 1-1 0 0,58 2 1 0 0,-94 3-6 0 0,1 0 0 0 0,0 0 0 0 0,-1 1 0 0 0,1-1-1 0 0,0 1 1 0 0,-1 1 0 0 0,1-1 0 0 0,-1 1 0 0 0,1-1 0 0 0,-1 1 0 0 0,5 3 0 0 0,-9-4 0 0 0,0-1-1 0 0,0 1 1 0 0,0-1 0 0 0,-1 1 0 0 0,1 0 0 0 0,0-1 0 0 0,0 1 0 0 0,0-1 0 0 0,0 1-1 0 0,0 0 1 0 0,-1-1 0 0 0,1 1 0 0 0,0-1 0 0 0,-1 1 0 0 0,1-1 0 0 0,0 1-1 0 0,-1-1 1 0 0,1 1 0 0 0,0-1 0 0 0,-1 1 0 0 0,1-1 0 0 0,-1 0 0 0 0,1 1-1 0 0,-1-1 1 0 0,1 0 0 0 0,-1 1 0 0 0,1-1 0 0 0,-2 1 0 0 0,-22 13 14 0 0,-68 14 6 0 0,35-9-12 0 0,-1-2 0 0 0,-99 14 0 0 0,-64-11 16 0 0,-111 14 4 0 0,-16-6 0 0 0,140-15-18 0 0,-367 6-12 0 0,430-29-26 0 0,145 9 26 0 0,0 1-1 0 0,0 0 0 0 0,0 0 1 0 0,0 0-1 0 0,0 0 0 0 0,0 0 1 0 0,0 0-1 0 0,0 0 0 0 0,0 0 0 0 0,0 0 1 0 0,0 0-1 0 0,0-1 0 0 0,0 1 1 0 0,0 0-1 0 0,0 0 0 0 0,0 0 1 0 0,0 0-1 0 0,0 0 0 0 0,0 0 1 0 0,0 0-1 0 0,0 0 0 0 0,0 0 0 0 0,0-1 1 0 0,0 1-1 0 0,0 0 0 0 0,0 0 1 0 0,0 0-1 0 0,0 0 0 0 0,0 0 1 0 0,0 0-1 0 0,0 0 0 0 0,0 0 1 0 0,0 0-1 0 0,-1 0 0 0 0,21-4-15 0 0,32-2 9 0 0,174-14-5 0 0,213-11-14 0 0,-108 19 29 0 0,275 2 7 0 0,-221 7 44 0 0,-311-1-2 0 0,115 9 0 0 0,-174-7-37 0 0,-2 1 15 0 0,-19 5 8 0 0,4-3-34 0 0,0 0 0 0 0,0-1 0 0 0,0 1 0 0 0,-1 0 0 0 0,1-1 0 0 0,0 0 0 0 0,0 1 0 0 0,0-1 0 0 0,-4 0 0 0 0,-26 1 19 0 0,-410 18 49 0 0,-31 2-8 0 0,30 2-10 0 0,98-8-16 0 0,191 3-17 0 0,47-4-11 0 0,9 1-4 0 0,59-7 1 0 0,-39 1-1 0 0,74-9-4 0 0,1 0 0 0 0,0 0-1 0 0,0-1 1 0 0,0 2 0 0 0,1-1 0 0 0,-1 0 0 0 0,0 0 0 0 0,0 1 0 0 0,0 0 0 0 0,1 0 0 0 0,-1-1 0 0 0,0 2 0 0 0,1-1 0 0 0,-1 0 0 0 0,0 0 0 0 0,1 1 0 0 0,0-1-1 0 0,-4 3 1 0 0,18 0 11 0 0,-1-2 0 0 0,1 0 0 0 0,15 1 0 0 0,32 2 2 0 0,0-3-1 0 0,100-9 0 0 0,283-14 35 0 0,-343 20-40 0 0,286-8 30 0 0,-59 7-17 0 0,-5 0 0 0 0,-32-7 10 0 0,-215 15-27 0 0,-59-4-3 0 0,0-1 1 0 0,0 0 0 0 0,19-2 0 0 0,-33 1-2 0 0,0 0 1 0 0,1 0-1 0 0,-1 0 1 0 0,1-1-1 0 0,-1 1 1 0 0,0 0-1 0 0,1-1 1 0 0,-1 1 0 0 0,0-1-1 0 0,1 0 1 0 0,-1 1-1 0 0,0-1 1 0 0,2-2-1 0 0,-5-2 5 0 0,-16 0-1 0 0,-34-1 0 0 0,-1 2 1 0 0,-55 3-1 0 0,-279-1 10 0 0,13 0-3 0 0,-131 6-11 0 0,165-6-9 0 0,-71-3-10 0 0,362 2 9 0 0,-124-10-64 0 0,147 5 63 0 0,25 8 10 0 0,1 0 1 0 0,-1 0-1 0 0,1-1 0 0 0,-1 1 0 0 0,1 0 0 0 0,-1-1 0 0 0,1 1 0 0 0,-1-1 0 0 0,1 1 0 0 0,0-1 0 0 0,-1 1 0 0 0,1-1 1 0 0,0 1-1 0 0,-1-1 0 0 0,1 1 0 0 0,0-1 0 0 0,-1 1 0 0 0,1-1 0 0 0,0 1 0 0 0,0-1 0 0 0,0 0 0 0 0,0 0 1 0 0,0-1-2 0 0,1 0 0 0 0,0 0 1 0 0,0 1-1 0 0,0-1 0 0 0,0 0 1 0 0,0 0-1 0 0,0 1 1 0 0,0-1-1 0 0,0 1 0 0 0,1-1 1 0 0,-1 1-1 0 0,1 0 1 0 0,-1-1-1 0 0,1 1 0 0 0,0 0 1 0 0,-1 0-1 0 0,1 0 1 0 0,0 0-1 0 0,2-1 0 0 0,13-6 0 0 0,0 1-1 0 0,0 0 0 0 0,0 1 1 0 0,1 1-1 0 0,-1 0 0 0 0,31-3 1 0 0,-4 0-2 0 0,10-2 3 0 0,195-43-6 0 0,-169 34 4 0 0,134-13 0 0 0,80 13-1 0 0,-256 16 4 0 0,-1-2 0 0 0,0-2 0 0 0,0-1 0 0 0,48-18 0 0 0,-115 40 0 0 0,21-9 0 0 0,1-1 0 0 0,-1 0 0 0 0,0-1 0 0 0,0 0 0 0 0,-16 3 0 0 0,-240 21 0 0 0,10-3 0 0 0,91 2 4 0 0,-188 6 0 0 0,8 5 23 0 0,157-11-14 0 0,163-26-6 0 0,-14 1 6 0 0,37-1-12 0 0,0 0 1 0 0,-1 0 0 0 0,1 0-1 0 0,-1 1 1 0 0,1-1-1 0 0,0 0 1 0 0,-1 0 0 0 0,1 1-1 0 0,0-1 1 0 0,-1 1-1 0 0,1 0 1 0 0,0-1 0 0 0,0 1-1 0 0,-1 0 1 0 0,1-1-1 0 0,-1 2 1 0 0,18-5 59 0 0,22-3-33 0 0,17-13-12 0 0,-5 2 3 0 0,0 2 0 0 0,99-16-1 0 0,61 20 19 0 0,-129 9-15 0 0,134-19-1 0 0,137-32 19 0 0,-330 50-35 0 0,0 2-1 0 0,0 0 1 0 0,0 1-1 0 0,25 3 1 0 0,-38 1 0 0 0,-15-1 5 0 0,-17 0-1 0 0,-23-7-8 0 0,25 2 0 0 0,1 0 0 0 0,-29 3 0 0 0,-121 19 13 0 0,98-9-11 0 0,-127 3 0 0 0,96-18-2 0 0,33 0 0 0 0,-74 6 0 0 0,-2 13 2 0 0,-84 6 0 0 0,229-21-3 0 0,-125 6 0 0 0,-139-12 0 0 0,257 5 0 0 0,4 0 0 0 0,0 1 0 0 0,-1-1 0 0 0,0 1 0 0 0,1 0 0 0 0,-1 0 0 0 0,1 1 0 0 0,-1-1 0 0 0,1 1 0 0 0,-1 0 0 0 0,1 0 0 0 0,-5 2 0 0 0,5 0 0 0 0,12-1 0 0 0,182-8 0 0 0,-109 4 0 0 0,-1-3 0 0 0,90-19 0 0 0,-78 10 0 0 0,120-4 0 0 0,-76 20 0 0 0,122-6 0 0 0,-229 1 5 0 0,49-14-1 0 0,-11 2 2 0 0,-51 8-3 0 0,8 0 1 0 0,-24 7-4 0 0,1 0 0 0 0,-1 0 0 0 0,1 0 0 0 0,-1 0 0 0 0,1 0 1 0 0,-1 0-1 0 0,1 1 0 0 0,-1-1 0 0 0,1 0 0 0 0,-1 0 0 0 0,1 1 0 0 0,-1-1 0 0 0,0 0 0 0 0,1 0 0 0 0,-1 1 0 0 0,1-1 0 0 0,-1 0 0 0 0,0 1 0 0 0,1-1 0 0 0,-1 1 0 0 0,0-1 0 0 0,1 0 0 0 0,-1 1 0 0 0,0-1 1 0 0,0 1-1 0 0,1-1 0 0 0,-1 1 0 0 0,0-1 0 0 0,0 1 0 0 0,0-1 0 0 0,0 1 0 0 0,0-1 0 0 0,0 1 0 0 0,0-1 0 0 0,0 1 0 0 0,0-1 0 0 0,0 1 0 0 0,0-1 0 0 0,0 1 0 0 0,0 0 0 0 0,-1 0 1 0 0,0 0-1 0 0,0 0 0 0 0,1-1 0 0 0,-1 1 1 0 0,0 0-1 0 0,0-1 0 0 0,0 1 0 0 0,0-1 1 0 0,0 1-1 0 0,0-1 0 0 0,0 1 0 0 0,0-1 1 0 0,0 0-1 0 0,0 1 0 0 0,-1-1 0 0 0,1 0 0 0 0,0 0 1 0 0,-1 0-1 0 0,-5 2 2 0 0,-26 8-1 0 0,-6 3 1 0 0,-1-2 1 0 0,-55 7-1 0 0,-79-6 0 0 0,-46 5-3 0 0,173-10 1 0 0,-204 40 0 0 0,151-27 0 0 0,64-15 0 0 0,-39 13 0 0 0,65-16 0 0 0,29-9 0 0 0,35-13 0 0 0,46-14 0 0 0,-60 19 0 0 0,0 1 0 0 0,1 2 0 0 0,0 2 0 0 0,1 2 0 0 0,44-4 0 0 0,84 19 0 0 0,-49 0 0 0 0,17 3 0 0 0,6-1 0 0 0,-62-6 0 0 0,35-1 0 0 0,-105-2 0 0 0,1 1 0 0 0,-1 0 0 0 0,21 6 0 0 0,-20-4 0 0 0,0-1 0 0 0,23 2 0 0 0,-36-4 0 0 0,1-1 0 0 0,0 1 0 0 0,-1 0 0 0 0,1 0 0 0 0,0 0 0 0 0,-1 0 0 0 0,1 0 0 0 0,0 0 0 0 0,-1 0 0 0 0,1 1 0 0 0,0-1 0 0 0,-1 0 0 0 0,1 0 0 0 0,0 0 0 0 0,-1 1 0 0 0,1-1 0 0 0,-1 0 0 0 0,1 1 0 0 0,0-1 0 0 0,-1 0 0 0 0,1 1 0 0 0,-1-1 0 0 0,1 1 0 0 0,-1-1 0 0 0,1 1 0 0 0,-1-1 0 0 0,0 1 0 0 0,1-1 0 0 0,-1 1 0 0 0,0-1 0 0 0,1 1 0 0 0,-1 0 0 0 0,1 0 0 0 0,-6 0 0 0 0,-159 0 0 0 0,-206-3 0 0 0,197-12 0 0 0,-91 0 0 0 0,144 20 0 0 0,70-2 0 0 0,0-1 0 0 0,-94-10 0 0 0,131 5 0 0 0,-9 0 0 0 0,0-1 0 0 0,0-2 0 0 0,0 0 0 0 0,-22-9 0 0 0,43 14 0 0 0,1-1 0 0 0,-1 1 0 0 0,1 0 0 0 0,0 0 0 0 0,-1-1 0 0 0,1 1 0 0 0,0 0 0 0 0,0-1 0 0 0,-1 1 0 0 0,1-1 0 0 0,0 1 0 0 0,0 0 0 0 0,-1-1 0 0 0,1 1 0 0 0,0-1 0 0 0,0 1 0 0 0,0 0 0 0 0,0-1 0 0 0,-1 1 0 0 0,1-1 0 0 0,0 1 0 0 0,0-1 0 0 0,0 1 0 0 0,0-1 0 0 0,0 1 0 0 0,0-1 0 0 0,0 1 0 0 0,1 0 0 0 0,-1-1 0 0 0,0 1 0 0 0,0-1 0 0 0,0 1 0 0 0,0-1 0 0 0,0 1 0 0 0,1 0 0 0 0,-1-1 0 0 0,0 1 0 0 0,0-1 0 0 0,1 1 0 0 0,-1 0 0 0 0,0-1 0 0 0,1 1 0 0 0,-1 0 0 0 0,0-1 0 0 0,1 1 0 0 0,1-2 0 0 0,-1 0 0 0 0,1 1 0 0 0,0-1 0 0 0,0 1 0 0 0,-1-1 0 0 0,1 1 0 0 0,0 0 0 0 0,0 0 0 0 0,0 0 0 0 0,1 0 0 0 0,2-1 0 0 0,119-25 0 0 0,-65 16 0 0 0,89-29 0 0 0,-115 30 0 0 0,0 1 0 0 0,0 2 0 0 0,65-5 0 0 0,-75 11 0 0 0,0 1 0 0 0,0 2 0 0 0,0 0 0 0 0,0 2 0 0 0,-1 0 0 0 0,1 1 0 0 0,38 15 0 0 0,-50-18 0 0 0,11 3 0 0 0,-21-5 0 0 0,-1 0 0 0 0,0 1 0 0 0,1-1 0 0 0,-1 0 0 0 0,0 0 0 0 0,1 0 0 0 0,-1 0 0 0 0,0 0 0 0 0,0 1 0 0 0,1-1 0 0 0,-1 0 0 0 0,0 0 0 0 0,0 0 0 0 0,1 1 0 0 0,-1-1 0 0 0,0 0 0 0 0,0 0 0 0 0,1 1 0 0 0,-1-1 0 0 0,0 0 0 0 0,0 1 0 0 0,0-1 0 0 0,0 0 0 0 0,0 1 0 0 0,1-1 0 0 0,-1 0 0 0 0,0 0 0 0 0,0 1 0 0 0,0-1 0 0 0,0 0 0 0 0,0 1 0 0 0,0-1 0 0 0,0 1 0 0 0,0-1 0 0 0,0 0 0 0 0,0 1 0 0 0,0-1 0 0 0,0 0 0 0 0,-1 0 0 0 0,1 1 0 0 0,0-1 0 0 0,0 0 0 0 0,0 1 0 0 0,0-1 0 0 0,0 0 0 0 0,-1 1 0 0 0,1-1 0 0 0,0 0 0 0 0,-1 1 0 0 0,1-1 0 0 0,-1 1 0 0 0,0 0 0 0 0,1-1 0 0 0,-1 1 0 0 0,0-1 0 0 0,0 1 0 0 0,0-1 0 0 0,0 0 0 0 0,1 1 0 0 0,-1-1 0 0 0,0 0 0 0 0,0 1 0 0 0,0-1 0 0 0,0 0 0 0 0,0 0 0 0 0,0 0 0 0 0,0 0 0 0 0,0 0 0 0 0,0 0 0 0 0,-1 0 0 0 0,-14 1 0 0 0,-58 5 0 0 0,29-4 0 0 0,1 2 0 0 0,0 2 0 0 0,-68 19 0 0 0,-77 25 0 0 0,136-38 0 0 0,21-6 0 0 0,-1-2 0 0 0,-34 1 0 0 0,94-6 0 0 0,-1-2 0 0 0,1-1 0 0 0,-1-2 0 0 0,25-8 0 0 0,-17 5 0 0 0,50-7 0 0 0,-27 9 0 0 0,-2-1 0 0 0,0 3 0 0 0,1 2 0 0 0,77 6 0 0 0,318 20 0 0 0,-443-23 0 0 0,27 1 0 0 0,-34-1 0 0 0,-1 0 0 0 0,1 0 0 0 0,0 0 0 0 0,0 1 0 0 0,0-1 0 0 0,-1 0 0 0 0,1 0 0 0 0,0 1 0 0 0,0-1 0 0 0,0 0 0 0 0,-1 1 0 0 0,1-1 0 0 0,0 1 0 0 0,-1-1 0 0 0,1 1 0 0 0,0-1 0 0 0,-1 1 0 0 0,1-1 0 0 0,-1 1 0 0 0,1 0 0 0 0,0-1 0 0 0,-1 1 0 0 0,0 0 0 0 0,1-1 0 0 0,-1 1 0 0 0,1 0 0 0 0,-1 0 0 0 0,0-1 0 0 0,0 1 0 0 0,1 0 0 0 0,-1 1 0 0 0,0-1 0 0 0,-3 2 0 0 0,-1-1 0 0 0,-30 13 0 0 0,0-3 0 0 0,-1 0 0 0 0,-1-3 0 0 0,-43 7 0 0 0,-149 9 0 0 0,93-13 0 0 0,-240 42 0 0 0,265-39 0 0 0,-140 2 0 0 0,185-15 0 0 0,-13 6 0 0 0,-144 33 0 0 0,159-27 0 0 0,-35 5 16 0 0,115-18-8 0 0,-7 1-8 0 0,0-1 0 0 0,0-1 1 0 0,0 0-1 0 0,16-1 1 0 0,52-12 1 0 0,112-13 2 0 0,-6 13-3 0 0,680-38 8 0 0,-621 37 0 0 0,56 0 2 0 0,-224 14-6 0 0,145 19 0 0 0,-213-18-4 0 0,0 1-1 0 0,0 0 1 0 0,-1 0-1 0 0,12 5 0 0 0,9 4 14 0 0,-36-9-12 0 0,0-1-1 0 0,-1 1 0 0 0,2 1 1 0 0,-11 3-1 0 0,1 0 0 0 0,-109 26 4 0 0,-179 20-1 0 0,274-47-3 0 0,-539 44 5 0 0,329-31-6 0 0,167-14 0 0 0,24 0 0 0 0,-67-5 0 0 0,-78-27 0 0 0,183 26 0 0 0,12 2 0 0 0,0 0 0 0 0,0 0 0 0 0,-1 0 0 0 0,1 0 0 0 0,0 0 0 0 0,0 0 0 0 0,-1 0 0 0 0,1-1 0 0 0,0 1 0 0 0,0-1 0 0 0,0 1 0 0 0,-1-1 0 0 0,1 1 0 0 0,0-1 0 0 0,0 1 0 0 0,0-1 0 0 0,0 0 0 0 0,0 0 0 0 0,0 0 0 0 0,0 1 0 0 0,1-1 0 0 0,-1 0 0 0 0,0 0 0 0 0,0 0 0 0 0,1 0 0 0 0,-1 0 0 0 0,0-1 0 0 0,1 1 0 0 0,-1-2 0 0 0,1 2 0 0 0,0 0 0 0 0,1 0 0 0 0,-1 0 0 0 0,1 1 0 0 0,-1-1 0 0 0,1 0 0 0 0,-1 0 0 0 0,1 0 0 0 0,-1 0 0 0 0,1 1 0 0 0,0-1 0 0 0,-1 0 0 0 0,1 1 0 0 0,0-1 0 0 0,0 0 0 0 0,0 1 0 0 0,0-1 0 0 0,-1 1 0 0 0,1-1 0 0 0,0 1 0 0 0,2-1 0 0 0,20-9 0 0 0,-6 5 0 0 0,0 1 0 0 0,0 1 0 0 0,0 1 0 0 0,19-1 0 0 0,-3 0 0 0 0,349-31 0 0 0,-64 30 0 0 0,-172 7 0 0 0,599 28 0 0 0,-675-28 0 0 0,51 7 0 0 0,-84-8 0 0 0,-31-2 0 0 0,-1-1 0 0 0,0 1 0 0 0,1 1 0 0 0,-1-1 0 0 0,1 1 0 0 0,-1 0 0 0 0,1 0 0 0 0,-1 0 0 0 0,0 1 0 0 0,8 3 0 0 0,-12-4 0 0 0,-1-1 1 0 0,0 0-1 0 0,0 0 0 0 0,1 0 0 0 0,-1 0 0 0 0,0 1 0 0 0,0-1 0 0 0,1 0 1 0 0,-1 0-1 0 0,0 1 0 0 0,0-1 0 0 0,0 0 0 0 0,0 0 0 0 0,1 1 0 0 0,-1-1 1 0 0,0 0-1 0 0,0 0 0 0 0,0 1 0 0 0,0-1 0 0 0,0 0 0 0 0,0 1 0 0 0,0-1 0 0 0,0 0 1 0 0,0 1-1 0 0,0-1 0 0 0,0 0 0 0 0,0 0 0 0 0,0 1 0 0 0,0-1 0 0 0,0 0 1 0 0,0 1-1 0 0,0-1 0 0 0,0 0 0 0 0,0 0 0 0 0,-1 1 0 0 0,1-1 0 0 0,0 0 1 0 0,0 1-1 0 0,0-1 0 0 0,0 0 0 0 0,-1 0 0 0 0,1 0 0 0 0,0 1 0 0 0,0-1 1 0 0,0 0-1 0 0,-1 0 0 0 0,1 0 0 0 0,0 1 0 0 0,0-1 0 0 0,-1 0 0 0 0,1 0 0 0 0,0 0 1 0 0,-1 0-1 0 0,1 0 0 0 0,0 0 0 0 0,0 0 0 0 0,-1 1 0 0 0,1-1 0 0 0,-1 0 1 0 0,-23 8 5 0 0,19-7-6 0 0,-43 10 2 0 0,0-2-1 0 0,-1-2 1 0 0,0-2 0 0 0,-53-2 0 0 0,20 0-2 0 0,-176 14 3 0 0,-195 5 5 0 0,104-10 6 0 0,123-3-15 0 0,147-6 1 0 0,-178-1 0 0 0,128 2 0 0 0,127-4 0 0 0,0 0 0 0 0,0 0 0 0 0,0 0 0 0 0,0-1 0 0 0,0 1 0 0 0,0-1 0 0 0,0 1 1 0 0,0-1-1 0 0,0 0 0 0 0,-3-2 0 0 0,5-2-1 0 0,12 0-1 0 0,110-19-11 0 0,-83 18 11 0 0,449-51-11 0 0,117 39 4 0 0,-370 17 7 0 0,267 24-4 0 0,-374-14 5 0 0,-111-8 1 0 0,542 59 0 0 0,-523-56 0 0 0,19 4 0 0 0,-51-8 0 0 0,-1 1 0 0 0,0 0 0 0 0,0 0 0 0 0,1 0 0 0 0,-1 1 0 0 0,0-1 0 0 0,0 0 0 0 0,0 1 0 0 0,0 0 0 0 0,0 0 0 0 0,3 3 0 0 0,-3 2 0 0 0,-17-3 0 0 0,-125 13 0 0 0,-142 0 0 0 0,-243 0 0 0 0,-65 17 0 0 0,391-34 0 0 0,-64 3 0 0 0,138 3 0 0 0,-151-14 0 0 0,254 8 0 0 0,1-2 0 0 0,-1-1 0 0 0,1 0 0 0 0,0-2 0 0 0,0 0 0 0 0,0-1 0 0 0,-19-9 0 0 0,38 11 0 0 0,8-1 0 0 0,26-4 0 0 0,44-5 0 0 0,737-41 2 0 0,-225 62 59 0 0,-392-3-45 0 0,166 11 8 0 0,-310-11-23 0 0,-15-2 9 0 0,0 2 0 0 0,-1 2-1 0 0,39 10 1 0 0,-49-11-1 0 0,-23-4-5 0 0,1-1 1 0 0,-1 1-1 0 0,0-1 1 0 0,1 1-1 0 0,-1 1 0 0 0,1-1 1 0 0,-1 1-1 0 0,0-1 1 0 0,0 1-1 0 0,0 0 0 0 0,0 1 1 0 0,0-1-1 0 0,4 4 1 0 0,-8-6-4 0 0,0 1-1 0 0,1-1 1 0 0,-1 0 0 0 0,0 0 0 0 0,0 1 0 0 0,1-1 0 0 0,-1 0 0 0 0,0 1 0 0 0,0-1 0 0 0,0 0-1 0 0,1 1 1 0 0,-1-1 0 0 0,0 0 0 0 0,0 1 0 0 0,0-1 0 0 0,0 0 0 0 0,0 1 0 0 0,0-1 0 0 0,0 0-1 0 0,0 1 1 0 0,0-1 0 0 0,0 1 0 0 0,0-1 0 0 0,0 0 0 0 0,0 1 0 0 0,0-1 0 0 0,0 0 0 0 0,0 1-1 0 0,0-1 1 0 0,0 0 0 0 0,-1 1 0 0 0,1-1 0 0 0,0 0 0 0 0,0 1 0 0 0,0-1 0 0 0,-1 0 0 0 0,1 1-1 0 0,0-1 1 0 0,0 0 0 0 0,-1 0 0 0 0,1 1 0 0 0,0-1 0 0 0,0 0 0 0 0,-1 0 0 0 0,1 0 0 0 0,-1 1-1 0 0,-26 4 61 0 0,6-3-34 0 0,-147 11 19 0 0,18-3-11 0 0,58 0 17 0 0,-173-4 0 0 0,-134 0 2 0 0,259 0-45 0 0,-166-15-5 0 0,-4 0 1 0 0,274 11-5 0 0,-17 2 0 0 0,0-3 0 0 0,-1-2-1 0 0,-102-15 1 0 0,141 14-4 0 0,-17-3 2 0 0,32 5 2 0 0,-1 0 0 0 0,1 0 0 0 0,-1 0-1 0 0,1-1 1 0 0,-1 1 0 0 0,1 0 0 0 0,0 0 0 0 0,-1 0-1 0 0,1-1 1 0 0,-1 1 0 0 0,1 0 0 0 0,0 0 0 0 0,-1-1 0 0 0,1 1-1 0 0,0 0 1 0 0,-1-1 0 0 0,1 1 0 0 0,0 0 0 0 0,-1-1-1 0 0,1 1 1 0 0,0 0 0 0 0,0-1 0 0 0,-1 1 0 0 0,1-1 0 0 0,0 1-1 0 0,0-1 1 0 0,0 1 0 0 0,0 0 0 0 0,0-1 0 0 0,-1 1-1 0 0,1-1 1 0 0,0 1 0 0 0,0-1 0 0 0,0 1 0 0 0,0-1 0 0 0,0 1-1 0 0,1-1 1 0 0,-1 1 0 0 0,0-1 0 0 0,0 1 0 0 0,0 0-1 0 0,0-1 1 0 0,0 1 0 0 0,1-1 0 0 0,-1 1 0 0 0,0-1 0 0 0,1 1-1 0 0,6-5-11 0 0,0 4 10 0 0,428-52-54 0 0,-434 53 56 0 0,478-12-52 0 0,-156 8 30 0 0,195 1-21 0 0,-475 4 38 0 0,199 3-19 0 0,275 42 0 0 0,-513-45 26 0 0,34 6-12 0 0,-36-7 10 0 0,0 1-1 0 0,-1-1 1 0 0,1 1-1 0 0,0 0 1 0 0,0-1-1 0 0,0 1 1 0 0,-1 0-1 0 0,1 0 1 0 0,0 0-1 0 0,-1 0 1 0 0,1 1-1 0 0,-1-1 1 0 0,1 0-1 0 0,-1 1 1 0 0,2 1-1 0 0,-17 0 1 0 0,-28 5 0 0 0,-1-2 0 0 0,-55 1 0 0 0,-94-8 0 0 0,11 0 0 0 0,73 5 0 0 0,-321-1-1 0 0,188 0-6 0 0,142 0 1 0 0,86-3 5 0 0,1 0 1 0 0,0-1 0 0 0,-17-2 0 0 0,24 2-1 0 0,-1-1 0 0 0,1 0 0 0 0,0 0 0 0 0,-1 0 1 0 0,1-1-1 0 0,0 0 0 0 0,0 0 0 0 0,-7-6 1 0 0,8 6-1 0 0,-10-10 0 0 0,14 13 1 0 0,0-1-1 0 0,0 1 1 0 0,0-1-1 0 0,0 0 1 0 0,0 1 0 0 0,0-1-1 0 0,0 1 1 0 0,1-1 0 0 0,-1 1-1 0 0,0-1 1 0 0,0 1-1 0 0,0-1 1 0 0,1 1 0 0 0,-1-1-1 0 0,0 1 1 0 0,0-1 0 0 0,1 1-1 0 0,-1-1 1 0 0,1 1-1 0 0,-1 0 1 0 0,0-1 0 0 0,1 1-1 0 0,-1 0 1 0 0,1-1 0 0 0,-1 1-1 0 0,1 0 1 0 0,-1-1-1 0 0,1 1 1 0 0,-1 0 0 0 0,1 0-1 0 0,-1 0 1 0 0,1-1 0 0 0,-1 1-1 0 0,1 0 1 0 0,-1 0-1 0 0,1 0 1 0 0,0 0 0 0 0,21-7-3 0 0,0 0 1 0 0,0 2 0 0 0,33-4 0 0 0,78-2 1 0 0,-69 7 0 0 0,294-10-8 0 0,111 4-9 0 0,-3 27 14 0 0,-457-16 4 0 0,111 4 14 0 0,-1 6 0 0 0,148 32 0 0 0,-253-39 7 0 0,0 0 0 0 0,-1 0 0 0 0,0 1 0 0 0,0 1 0 0 0,14 7 0 0 0,-27-12-18 0 0,1-1-1 0 0,-1 0 0 0 0,0 0 0 0 0,1 0 1 0 0,-1 1-1 0 0,0-1 0 0 0,0 0 0 0 0,1 0 1 0 0,-1 1-1 0 0,0-1 0 0 0,0 0 0 0 0,1 1 1 0 0,-1-1-1 0 0,0 0 0 0 0,0 1 0 0 0,0-1 1 0 0,1 1-1 0 0,-1-1 0 0 0,0 0 0 0 0,0 1 1 0 0,0-1-1 0 0,0 1 0 0 0,0-1 0 0 0,0 0 1 0 0,0 1-1 0 0,0-1 0 0 0,0 1 0 0 0,0-1 1 0 0,0 0-1 0 0,0 1 0 0 0,0-1 0 0 0,0 1 1 0 0,0-1-1 0 0,-1 0 0 0 0,1 1 0 0 0,0-1 1 0 0,0 0-1 0 0,0 1 0 0 0,-1-1 0 0 0,1 0 1 0 0,0 1-1 0 0,0-1 0 0 0,-1 0 0 0 0,1 1 1 0 0,0-1-1 0 0,-1 0 0 0 0,1 0 0 0 0,0 1 1 0 0,-1-1-1 0 0,1 0 0 0 0,-1 0 0 0 0,-25 13 92 0 0,-33 4-35 0 0,35-9-35 0 0,-48 9 0 0 0,-90-6 43 0 0,33-4-13 0 0,-127 23 13 0 0,120-22-45 0 0,125-8-21 0 0,0 0 0 0 0,0 0 0 0 0,0-1-1 0 0,0-1 1 0 0,0 0 0 0 0,-15-5 0 0 0,-4 0 1 0 0,28 6-2 0 0,1 1 0 0 0,-1-1 0 0 0,1 0 0 0 0,-1 1 0 0 0,0-1 0 0 0,1 0 0 0 0,0 0 0 0 0,-1 0 0 0 0,1 0 0 0 0,0 0 0 0 0,-1-1 0 0 0,1 1 0 0 0,0 0 0 0 0,0-1 0 0 0,0 1 0 0 0,0 0 0 0 0,0-1 0 0 0,0 0 0 0 0,0 1 0 0 0,1-1 0 0 0,-1 1 0 0 0,1-1 0 0 0,-1 0 0 0 0,1 1 0 0 0,-1-1 0 0 0,1 0 0 0 0,0 0 0 0 0,0 1 0 0 0,0-1 0 0 0,0 0 0 0 0,0-2 0 0 0,1 3 0 0 0,0-1-1 0 0,-1 1 1 0 0,1 0 0 0 0,0 0-1 0 0,-1-1 1 0 0,1 1-1 0 0,0 0 1 0 0,0 0-1 0 0,0 0 1 0 0,0 0 0 0 0,0 0-1 0 0,0 0 1 0 0,0 1-1 0 0,0-1 1 0 0,1 0-1 0 0,-1 0 1 0 0,0 1 0 0 0,0-1-1 0 0,1 1 1 0 0,-1-1-1 0 0,0 1 1 0 0,1 0-1 0 0,-1-1 1 0 0,0 1-1 0 0,3 0 1 0 0,5-3-3 0 0,73-24-21 0 0,143-27 0 0 0,-168 47 13 0 0,0 2 0 0 0,61 3 0 0 0,115 15-28 0 0,-134-1 25 0 0,-56-6-3 0 0,0-2-1 0 0,65-1 1 0 0,-51-6-12 0 0,-1 3 0 0 0,109 14-1 0 0,-138-5 15 0 0,-25-7 12 0 0,1-1-1 0 0,-1 0 1 0 0,1 0 0 0 0,0 0 0 0 0,-1 0-1 0 0,1 0 1 0 0,0-1 0 0 0,-1 1-1 0 0,1-1 1 0 0,0 0 0 0 0,3 1 0 0 0,-110 1-87 0 0,-17 7 72 0 0,77-4 4 0 0,-85-2 0 0 0,-10-4-8 0 0,-14-1 2 0 0,-72-20-13 0 0,182 17 23 0 0,0 2 0 0 0,-72 4-1 0 0,113-1 11 0 0,0 0-1 0 0,-1 0 0 0 0,1 0 1 0 0,0 0-1 0 0,0 0 0 0 0,-1 0 0 0 0,1 0 1 0 0,0-1-1 0 0,0 1 0 0 0,-1-1 1 0 0,1 0-1 0 0,0 0 0 0 0,0 1 1 0 0,0-1-1 0 0,0-1 0 0 0,0 1 0 0 0,0 0 1 0 0,0 0-1 0 0,1-1 0 0 0,-1 1 1 0 0,0-1-1 0 0,1 0 0 0 0,-3-3 1 0 0,0 2 0 0 0,40-14 7 0 0,31-1 5 0 0,1 3-1 0 0,1 2 1 0 0,110-5 0 0 0,214 15 62 0 0,-372 3-67 0 0,77 1 58 0 0,167 24 1 0 0,-232-14-35 0 0,-30-9-24 0 0,0 0 0 0 0,1-1 0 0 0,-1 0 0 0 0,0 0 0 0 0,1 0 0 0 0,-1 0 0 0 0,1 0 0 0 0,0-1 0 0 0,-1 1 1 0 0,1-1-1 0 0,5 0 0 0 0,-10 0-4 0 0,1 0 0 0 0,0 0 0 0 0,0 0 0 0 0,0 0 0 0 0,0 1 0 0 0,0-1 0 0 0,-1 0 0 0 0,1 0 0 0 0,0 0 0 0 0,0 1 0 0 0,0-1 0 0 0,0 0 0 0 0,0 0 0 0 0,0 0 0 0 0,0 1 0 0 0,0-1 0 0 0,0 0 0 0 0,0 0 1 0 0,0 1-1 0 0,0-1 0 0 0,0 0 0 0 0,0 0 0 0 0,0 0 0 0 0,0 1 0 0 0,0-1 0 0 0,0 0 0 0 0,0 0 0 0 0,0 1 0 0 0,0-1 0 0 0,0 0 0 0 0,0 0 0 0 0,0 0 0 0 0,0 1 0 0 0,0-1 0 0 0,1 0 0 0 0,-1 0 0 0 0,0 0 0 0 0,0 0 0 0 0,0 1 1 0 0,0-1-1 0 0,1 0 0 0 0,-38-1 40 0 0,-1 1 1 0 0,-55 8 0 0 0,23-2-14 0 0,-204 14 98 0 0,248-17-112 0 0,10 0-5 0 0,1-1-1 0 0,0-1 1 0 0,-1 0 0 0 0,1-1-1 0 0,-1-1 1 0 0,1 0 0 0 0,-24-5-1 0 0,-1-1-1 0 0,35 7-8 0 0,-1 0 0 0 0,1-1 0 0 0,-1 0 0 0 0,1 0 0 0 0,-1 0 0 0 0,1-1 0 0 0,0 1 0 0 0,0-1 0 0 0,0 0 0 0 0,-7-5 0 0 0,11 7-1 0 0,1-1-1 0 0,-1 1 1 0 0,0-1-1 0 0,0 0 0 0 0,1 1 1 0 0,-1-1-1 0 0,1 0 1 0 0,-1 1-1 0 0,1-1 0 0 0,-1 0 1 0 0,1 0-1 0 0,-1 0 1 0 0,1 0-1 0 0,-1 0 0 0 0,1 1 1 0 0,0-1-1 0 0,0 0 1 0 0,-1 0-1 0 0,1 0 0 0 0,0 0 1 0 0,0 0-1 0 0,0 0 1 0 0,0 0-1 0 0,0 0 0 0 0,0 0 1 0 0,1 0-1 0 0,-1 0 1 0 0,0 0-1 0 0,0 0 0 0 0,1 1 1 0 0,-1-1-1 0 0,0 0 1 0 0,1 0-1 0 0,-1 0 0 0 0,1 0 1 0 0,-1 1-1 0 0,1-1 1 0 0,-1 0-1 0 0,1 0 0 0 0,0 1 1 0 0,-1-1-1 0 0,1 0 1 0 0,0 1-1 0 0,0-1 0 0 0,0 0 1 0 0,5-3-6 0 0,-1 0 0 0 0,0 1 0 0 0,1-1-1 0 0,-1 1 1 0 0,10-3 0 0 0,29-10-10 0 0,0 1 0 0 0,1 3 0 0 0,1 2 0 0 0,0 1 0 0 0,54-2 0 0 0,-46 7 13 0 0,7-2-1 0 0,1 2 0 0 0,108 8-1 0 0,-157-2 5 0 0,1-1 0 0 0,-1-1 0 0 0,1 0 0 0 0,0-1 0 0 0,13-2 0 0 0,-25 2 1 0 0,0 1-1 0 0,-1 0 1 0 0,1 0 0 0 0,0 0-1 0 0,0 1 1 0 0,-1-1-1 0 0,1 0 1 0 0,0 1-1 0 0,0-1 1 0 0,-1 1-1 0 0,1-1 1 0 0,2 2 0 0 0,1-1 5 0 0,-7-11-4 0 0,-6 8 0 0 0,-166 7 4 0 0,77 0 1 0 0,23-1-6 0 0,-111 22-1 0 0,160-22 0 0 0,-34 0 0 0 0,-6 1-6 0 0,48-3 3 0 0,0-2 0 0 0,1 0 1 0 0,-23-3-1 0 0,-14 0-4 0 0,48 3 7 0 0,0-1 0 0 0,1 0 1 0 0,-1 0-1 0 0,0 0 0 0 0,1-1 0 0 0,-1 0 0 0 0,1 1 0 0 0,-5-4 0 0 0,8 4 0 0 0,-1 1-1 0 0,1-1 1 0 0,-1 0 0 0 0,1 0-1 0 0,-1 1 1 0 0,1-1 0 0 0,0 0-1 0 0,-1-1 1 0 0,1 1 0 0 0,0 0 0 0 0,0 0-1 0 0,0 0 1 0 0,0-1 0 0 0,0 1-1 0 0,0-1 1 0 0,0 1 0 0 0,0-1-1 0 0,0 1 1 0 0,1-1 0 0 0,-1 1 0 0 0,1-1-1 0 0,-1 1 1 0 0,0-4 0 0 0,3 2-1 0 0,0 1 0 0 0,0-1 0 0 0,0 1 0 0 0,1 0 0 0 0,-1-1 0 0 0,1 1 0 0 0,-1 0 0 0 0,1 1 0 0 0,0-1 0 0 0,0 0 0 0 0,-1 1 0 0 0,1-1 0 0 0,0 1 0 0 0,1 0 0 0 0,3-1 0 0 0,181-46-27 0 0,-87 25 21 0 0,-43 12 5 0 0,0 2 1 0 0,1 3-1 0 0,61 3 1 0 0,-90 2 0 0 0,130 8 1 0 0,-113-3 5 0 0,1-1 1 0 0,57-6-1 0 0,-57 8 51 0 0,-47-5-9 0 0,-27 0 50 0 0,-117 6-12 0 0,-43-1-27 0 0,37-2-16 0 0,35 0-12 0 0,64-3-23 0 0,6 0 21 0 0,-88-10 1 0 0,9-3 0 0 0,89 12-19 0 0,1-2-1 0 0,-54-13 0 0 0,68 11-8 0 0,-7-1 1 0 0,0-2 1 0 0,-41-17-1 0 0,66 25-2 0 0,0-1 0 0 0,1 1 0 0 0,-1 0 0 0 0,0 0 0 0 0,1 0 0 0 0,-1-1 0 0 0,0 1 0 0 0,1 0 0 0 0,-1-1 0 0 0,1 1 0 0 0,-1 0 0 0 0,0-1 0 0 0,1 1 0 0 0,-1-1 0 0 0,1 1 0 0 0,-1-1 0 0 0,1 1 0 0 0,0-1 0 0 0,-1 0 0 0 0,1 1 0 0 0,0-1 0 0 0,-1 1 0 0 0,1-1 0 0 0,0 0 0 0 0,-1 1 0 0 0,1-1 0 0 0,0 0 0 0 0,0 1 0 0 0,0-1 0 0 0,0 0 0 0 0,0 1 0 0 0,0-1 0 0 0,0 0 0 0 0,0 1 0 0 0,0-1 0 0 0,0 0 0 0 0,0 1 0 0 0,0-1 0 0 0,0 0 0 0 0,1 1 0 0 0,-1-1 0 0 0,0 0 0 0 0,0 1 0 0 0,1-1 0 0 0,-1 0 0 0 0,1 1 0 0 0,-1-1 0 0 0,0 1 0 0 0,1-1 0 0 0,-1 1 0 0 0,1-1 0 0 0,-1 1 0 0 0,1-1 0 0 0,-1 1 0 0 0,1-1 0 0 0,0 1 0 0 0,0-1 0 0 0,40-21 0 0 0,-37 20 0 0 0,20-7 0 0 0,1 0 0 0 0,0 2 0 0 0,0 1 0 0 0,47-5 0 0 0,-51 8 0 0 0,207-23 4 0 0,22-4 2 0 0,-218 25-1 0 0,0 2 1 0 0,0 1 0 0 0,48 4-1 0 0,-47 2 23 0 0,-29 0 3 0 0,-20 0-19 0 0,-106 9-1 0 0,74-6-8 0 0,-12 2 1 0 0,0-2 0 0 0,-69-2 1 0 0,44-9 7 0 0,-85-14 0 0 0,90 9-8 0 0,0 4 1 0 0,-1 3 0 0 0,1 3 0 0 0,-93 15 0 0 0,139-15-1 0 0,0-1 1 0 0,0-2 0 0 0,0-1 0 0 0,-38-8 0 0 0,-22-3 11 0 0,77 13-12 0 0,7 0 0 0 0,1 1 1 0 0,-1-1-1 0 0,1-1 1 0 0,-1 0 0 0 0,1 0-1 0 0,0-1 1 0 0,0 0-1 0 0,-15-8 1 0 0,20 11 7 0 0,14-5 25 0 0,81-17-25 0 0,136-16-1 0 0,-120 23-7 0 0,92-10 11 0 0,-158 23-11 0 0,1 1 1 0 0,74 8-1 0 0,124 22 5 0 0,-213-26-6 0 0,-4 0 4 0 0,1-1 0 0 0,28-1 0 0 0,-70 0-4 0 0,1-1 0 0 0,-32-2 0 0 0,-59-3-2 0 0,-221-3 5 0 0,292 8-5 0 0,0 1 0 0 0,0 2-1 0 0,-40 8 1 0 0,44-7 1 0 0,0-1 0 0 0,-1-1 0 0 0,1-2 0 0 0,-1-1-1 0 0,1-2 1 0 0,-35-7 0 0 0,-57 0 3 0 0,-226 10-1 0 0,247 3-3 0 0,25-5 2 0 0,-131-20 1 0 0,13 0-1 0 0,157 20 0 0 0,0 1 0 0 0,1 3-1 0 0,-40 6 1 0 0,54-4-2 0 0,13-2 0 0 0,-1 1 0 0 0,0-2 1 0 0,0 0-1 0 0,0 0 1 0 0,0-1-1 0 0,-24-4 1 0 0,10 0 9 0 0,20 3 7 0 0,27-4-9 0 0,-19 5-9 0 0,72-9 2 0 0,-34 3-1 0 0,24-4 1 0 0,0 3-1 0 0,0 3 0 0 0,67 4 0 0 0,0 16 2 0 0,-77-7-1 0 0,0-4 0 0 0,71 0-1 0 0,133-7 7 0 0,-194 5-6 0 0,-1 2 0 0 0,84 20 0 0 0,26 3 0 0 0,-140-24-2 0 0,-14-1 1 0 0,0-1 1 0 0,0 0-1 0 0,1-2 1 0 0,-1 0-1 0 0,35-5 0 0 0,-42 4-1 0 0,0 1 0 0 0,0-1 0 0 0,13 3 0 0 0,-73 5 0 0 0,0-2 0 0 0,-1-2 0 0 0,-61-5 0 0 0,-153-3 0 0 0,263 5 0 0 0,-84 1 0 0 0,-158 25 0 0 0,197-22 0 0 0,0-2 0 0 0,0-2 0 0 0,1-2 0 0 0,-70-11 0 0 0,-24-2 0 0 0,72 15 0 0 0,-108 13 0 0 0,116-6 0 0 0,-1-3 0 0 0,-91-4 0 0 0,-218-59 0 0 0,358 57-1 0 0,-1 0 0 0 0,1 0-1 0 0,-1 1 1 0 0,-20 0 0 0 0,19-2-9 0 0,18 1 4 0 0,25-7 5 0 0,-1 2 1 0 0,1 1 0 0 0,0 2 0 0 0,1 1 0 0 0,50 1-1 0 0,201-1 1 0 0,-86-12 0 0 0,-124 6 0 0 0,-1 4 0 0 0,135 8 0 0 0,-136 5 0 0 0,-22-1 0 0 0,1-2 0 0 0,0-3 0 0 0,72-5 0 0 0,-33-3 0 0 0,1 4 0 0 0,0 3 0 0 0,0 5 0 0 0,-1 3 0 0 0,96 23 0 0 0,-148-26 0 0 0,1-2 0 0 0,0-1 0 0 0,51-3 0 0 0,-34-1 0 0 0,-37 1 0 0 0,0 0 0 0 0,0-2 0 0 0,28-4 0 0 0,-33 4 0 0 0,-1 1 0 0 0,1 0 0 0 0,0 1 0 0 0,0 0 0 0 0,0 1 0 0 0,0 1 0 0 0,0 0 0 0 0,20 6 0 0 0,36 4 0 0 0,-38-6 0 0 0,-30-6 0 0 0,0 0 0 0 0,0 0 0 0 0,0 0 0 0 0,-1 0 0 0 0,1 0 0 0 0,0 0 0 0 0,0 0 0 0 0,0 0 0 0 0,0 0 0 0 0,0 0 0 0 0,0 0 0 0 0,0 0 0 0 0,-1 0 0 0 0,1 0 0 0 0,0 0 0 0 0,0 0 0 0 0,0 0 0 0 0,0 0 0 0 0,0 0 0 0 0,0 0 0 0 0,0 0 0 0 0,-1 0 0 0 0,1 0 0 0 0,0 0 0 0 0,0 1 0 0 0,0-1 0 0 0,0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0,0 0 0 0 0,0 0 0 0 0,1 0 0 0 0,-1 0 0 0 0,-52 6 0 0 0,-180 8 2 0 0,121-6 3 0 0,62-6-4 0 0,-1-2 0 0 0,-68-10 0 0 0,-86-27 5 0 0,198 36-6 0 0,-18-3 1 0 0,0 2-1 0 0,-1 0 1 0 0,-31 3-1 0 0,-35-4 6 0 0,77 4-4 0 0,0 0-1 0 0,1 0 1 0 0,-1 1-1 0 0,-18 5 1 0 0,30-6-2 0 0,20-5 0 0 0,35-7 0 0 0,0 3 0 0 0,91-3 0 0 0,48 29 0 0 0,-133-10 0 0 0,-1-3 0 0 0,0-2 0 0 0,60-4 0 0 0,-52-5 0 0 0,0 4 0 0 0,-1 2 0 0 0,126 17 0 0 0,-146-9 0 0 0,177 26 0 0 0,-90-26 0 0 0,35 3 0 0 0,-138-7 0 0 0,0 0 0 0 0,-1 3 0 0 0,45 14 0 0 0,-68-19 0 0 0,-1 0 0 0 0,1 1 0 0 0,0-1 0 0 0,0 1 0 0 0,-1 0 0 0 0,0 0 0 0 0,1 1 0 0 0,4 5 0 0 0,-8-9 0 0 0,0 1 0 0 0,0 0 0 0 0,0 0 0 0 0,-1 0 0 0 0,1 1 0 0 0,0-1 0 0 0,0 0 0 0 0,-1 0 0 0 0,1 0 0 0 0,-1 0 0 0 0,1 1 0 0 0,-1-1 0 0 0,0 0 0 0 0,1 1 0 0 0,-1-1 0 0 0,0 0 0 0 0,0 1 0 0 0,0-1 0 0 0,0 0 0 0 0,0 1 0 0 0,0-1 0 0 0,0 0 0 0 0,0 1 0 0 0,-1-1 0 0 0,1 0 0 0 0,0 0 0 0 0,-1 1 0 0 0,1-1 0 0 0,-1 0 0 0 0,0 0 0 0 0,1 0 0 0 0,-1 1 0 0 0,0-1 0 0 0,0 0 0 0 0,0 0 0 0 0,1 0 0 0 0,-3 1 0 0 0,-2 2-2 0 0,0 0 0 0 0,-1 0 0 0 0,1-1 0 0 0,-1 0 0 0 0,0 0 0 0 0,0 0 0 0 0,0 0 0 0 0,0-1 0 0 0,-1 0 0 0 0,1-1 0 0 0,-1 1 0 0 0,-8 0 0 0 0,-15 1-15 0 0,-42-1-1 0 0,62-2 17 0 0,9 0-9 0 0,28 11 9 0 0,0-1-1 0 0,1-1 1 0 0,0-2-1 0 0,41 6 1 0 0,-30-5 0 0 0,-22-5 2 0 0,0-1 0 0 0,0-1 0 0 0,0 0-1 0 0,0-1 1 0 0,0-1 0 0 0,0-1 0 0 0,0 0 0 0 0,0-1-1 0 0,27-9 1 0 0,-37 10 2 0 0,13-6 17 0 0,-20 8-19 0 0,0 0-1 0 0,0 0 0 0 0,1 0 1 0 0,-1 0-1 0 0,0 0 0 0 0,0 0 0 0 0,1 0 1 0 0,-1-1-1 0 0,0 1 0 0 0,0 0 1 0 0,0 0-1 0 0,1 0 0 0 0,-1 0 1 0 0,0 0-1 0 0,0 0 0 0 0,0 0 1 0 0,1-1-1 0 0,-1 1 0 0 0,0 0 1 0 0,0 0-1 0 0,0 0 0 0 0,0-1 0 0 0,1 1 1 0 0,-1 0-1 0 0,0 0 0 0 0,0 0 1 0 0,0-1-1 0 0,0 1 0 0 0,0 0 1 0 0,0 0-1 0 0,0 0 0 0 0,0-1 1 0 0,0 1-1 0 0,0 0 0 0 0,0 0 1 0 0,0-1-1 0 0,0 1 0 0 0,0 0 0 0 0,0 0 1 0 0,0-1-1 0 0,0 1 0 0 0,0 0 1 0 0,0 0-1 0 0,0-1 0 0 0,0 1 1 0 0,0 0-1 0 0,0 0 0 0 0,0 0 1 0 0,-1-1-1 0 0,-13-9 0 0 0,0 0 0 0 0,-1 1 0 0 0,0 1 0 0 0,-1 0 0 0 0,1 1 0 0 0,-2 1 0 0 0,1 0 0 0 0,-1 1 0 0 0,1 1 0 0 0,-1 1 0 0 0,-1 0 0 0 0,1 1 0 0 0,-25 0 0 0 0,41 2-7 0 0,104 55-25 0 0,-100-54 32 0 0,-2 0 0 0 0,1 0 0 0 0,0 0 1 0 0,-1 0-1 0 0,1 0 0 0 0,0 0 0 0 0,0-1 0 0 0,0 1 0 0 0,0-1 0 0 0,0 1 0 0 0,0-1 0 0 0,0 1 0 0 0,0-1 0 0 0,0 0 0 0 0,0 0 1 0 0,3-1-1 0 0,-5 1 8 0 0,0-2-7 0 0,0 1 0 0 0,0 0 1 0 0,0-1-1 0 0,0 1 1 0 0,0 0-1 0 0,-1-1 1 0 0,1 1-1 0 0,-1 0 0 0 0,1 0 1 0 0,-1-1-1 0 0,1 1 1 0 0,-1 0-1 0 0,0 0 1 0 0,1 0-1 0 0,-2-2 0 0 0,1 2 0 0 0,0 0 0 0 0,0 0 0 0 0,1 0 0 0 0,-1 0 0 0 0,0 0 0 0 0,1 0 0 0 0,-1 0 0 0 0,1 0 0 0 0,0 0 0 0 0,-1-1 0 0 0,1 1 0 0 0,0 0 0 0 0,0 0 0 0 0,-1 0 0 0 0,1-2 0 0 0,-1-3-1 0 0,0 1 0 0 0,0 0 0 0 0,-1 0 0 0 0,1 0 0 0 0,-1 0 0 0 0,-1 0 0 0 0,1 0 0 0 0,-1 0 0 0 0,0 1 0 0 0,0-1 0 0 0,0 1 0 0 0,0 0 0 0 0,-1 0 0 0 0,0 0 0 0 0,0 0 0 0 0,-7-5 0 0 0,-38-23 0 0 0,28 31 16 0 0,13 1-5 0 0,13 1-6 0 0,50 6 11 0 0,-22-7-16 0 0,-34-2 0 0 0,0-1 0 0 0,0 1 0 0 0,-1-1 0 0 0,1 1 0 0 0,0 0 0 0 0,-1 0 0 0 0,0 0 0 0 0,0 0 0 0 0,-3-3 0 0 0,-13-12 0 0 0,-2 0 0 0 0,0 2 0 0 0,-1 0 0 0 0,0 2 0 0 0,-1 0 0 0 0,-1 1 0 0 0,-43-15 0 0 0,57 23 0 0 0,0 1 0 0 0,-1 0 0 0 0,1 1 0 0 0,0 0 0 0 0,-1 1 0 0 0,0 0 0 0 0,1 0 0 0 0,-1 1 0 0 0,0 0 0 0 0,1 0 0 0 0,-12 3 0 0 0,16-2 0 0 0,-23 5 0 0 0,28-6 0 0 0,-1 0 0 0 0,1 0 0 0 0,0 0 0 0 0,-1 0 0 0 0,1 1 0 0 0,0-1 0 0 0,-1 0 0 0 0,1 0 0 0 0,-1 0 0 0 0,1 0 0 0 0,0 0 0 0 0,-1 1 0 0 0,1-1 0 0 0,0 0 0 0 0,-1 0 0 0 0,1 1 0 0 0,0-1 0 0 0,0 0 0 0 0,-1 0 0 0 0,1 1 0 0 0,0-1 0 0 0,0 0 0 0 0,-1 1 0 0 0,1-1 0 0 0,0 0 0 0 0,0 1 0 0 0,0-1 0 0 0,0 0 0 0 0,-1 1 0 0 0,1-1 0 0 0,0 1 0 0 0,0-1 0 0 0,0 0 0 0 0,0 1 0 0 0,0-1 0 0 0,0 1 0 0 0,0-1 0 0 0,0 0 0 0 0,0 1 0 0 0,0-1 0 0 0,0 1 0 0 0,0-1 0 0 0,1 0 0 0 0,-1 1 0 0 0,0-1 0 0 0,0 0 0 0 0,0 1 0 0 0,0-1 0 0 0,1 0 0 0 0,-1 1 0 0 0,0-1 0 0 0,0 0 0 0 0,1 1 0 0 0,-1-1 0 0 0,0 0 0 0 0,1 0 0 0 0,-1 1 0 0 0,0-1 0 0 0,1 0 0 0 0,26 20 0 0 0,1-1 0 0 0,0-2 0 0 0,44 20 0 0 0,-42-22 0 0 0,46 26 6 0 0,-39-20 1 0 0,0-1 0 0 0,1-2 0 0 0,1-2-1 0 0,56 15 1 0 0,-66-24-3 0 0,1-1 0 0 0,0-2 0 0 0,43 1 0 0 0,-73-5-4 0 0,0 0 0 0 0,0 0 0 0 0,0 0 0 0 0,0 0 0 0 0,0 0 0 0 0,0 0 0 0 0,0 0 0 0 0,1 0 0 0 0,-1 0 0 0 0,0 0 0 0 0,0-1 0 0 0,0 1 0 0 0,0 0 0 0 0,0 0 0 0 0,0 0 0 0 0,0 0 0 0 0,0 0 0 0 0,0 0 0 0 0,0 0 0 0 0,0-1 0 0 0,0 1 0 0 0,0 0 0 0 0,0 0 0 0 0,0 0 0 0 0,0 0 0 0 0,0 0 0 0 0,0 0 0 0 0,0-1 0 0 0,0 1 0 0 0,0 0 0 0 0,0 0 0 0 0,0 0 0 0 0,0 0 0 0 0,0 0 0 0 0,0 0 0 0 0,0-1 0 0 0,0 1 0 0 0,0 0 0 0 0,0 0 0 0 0,0 0 0 0 0,0 0 0 0 0,0 0 0 0 0,0 0 0 0 0,-1 0 0 0 0,1-1 0 0 0,0 1 0 0 0,0 0 0 0 0,0 0 0 0 0,0 0 0 0 0,0 0 0 0 0,0 0 0 0 0,0 0 0 0 0,-1 0 0 0 0,1 0 0 0 0,0 0 0 0 0,0 0 0 0 0,0 0 0 0 0,0 0 0 0 0,0 0 0 0 0,0 0 0 0 0,-1 0 0 0 0,1 0 0 0 0,0 0 0 0 0,0 0 0 0 0,-15-10 0 0 0,-56-17 0 0 0,-143-36 0 0 0,189 56-2 0 0,15 4 6 0 0,-1 1-1 0 0,1-1 1 0 0,-1 2 0 0 0,-17-2-1 0 0,6 3-3 0 0,28 1 0 0 0,52 1 0 0 0,-27 1 0 0 0,0 2 0 0 0,0 1 0 0 0,-1 1 0 0 0,0 2 0 0 0,0 1 0 0 0,41 21 0 0 0,-64-26 0 0 0,0 0 0 0 0,-1 1 0 0 0,0-1 0 0 0,0 1 0 0 0,-1 1 0 0 0,0-1 0 0 0,0 1 0 0 0,0 0 0 0 0,-1 0 0 0 0,4 9 0 0 0,-7-14 0 0 0,-1 1 0 0 0,1 0 0 0 0,-1 0 0 0 0,0 0 0 0 0,0 0 0 0 0,0 0 0 0 0,-1-1 0 0 0,1 1 0 0 0,-1 0 0 0 0,1 0 0 0 0,-1 0 0 0 0,0-1 0 0 0,0 1 0 0 0,-2 2 0 0 0,-18 37 0 0 0,16-37 0 0 0,1 0 0 0 0,-1 0 0 0 0,1-1 0 0 0,-1 1 0 0 0,0-1 0 0 0,-1 0 0 0 0,1 0 0 0 0,-1-1 0 0 0,0 0 0 0 0,-8 4 0 0 0,6-4 0 0 0,5-1 0 0 0,1-1 0 0 0,-1 0 0 0 0,0 1 0 0 0,1-1 0 0 0,-1 1 0 0 0,1 0 0 0 0,0 0 0 0 0,-1 0 0 0 0,1 0 0 0 0,0 0 0 0 0,0 0 0 0 0,0 0 0 0 0,-1 3 0 0 0,2-1 0 0 0,0-1 1 0 0,1 0-1 0 0,0 0 0 0 0,0 1 0 0 0,0-1 0 0 0,0 0 0 0 0,0 0 0 0 0,2 6 1 0 0,2-4 0 0 0,1 0 1 0 0,0 0 0 0 0,0-1-1 0 0,1 0 1 0 0,-1 0 0 0 0,1 0-1 0 0,0 0 1 0 0,0-1 0 0 0,0 0-1 0 0,0 0 1 0 0,8 1 0 0 0,14 6-1 0 0,35 6 0 0 0,-18-9 6 0 0,0-2 0 0 0,91-1-1 0 0,-109-4-2 0 0,-50-7-4 0 0,-18 0-59 0 0,0 1-1 0 0,0 2 0 0 0,0 2 0 0 0,0 2 0 0 0,-48 6 1 0 0,0 0-525 0 0,68-4 397 0 0,10 0 94 0 0,25 15 206 0 0,-12-15-97 0 0,0-1 0 0 0,0 1 0 0 0,0 0 0 0 0,-1 0 0 0 0,1 0 0 0 0,0 0 0 0 0,-1 0-1 0 0,0 0 1 0 0,1 0 0 0 0,-1 1 0 0 0,0-1 0 0 0,0 0 0 0 0,0 1 0 0 0,0-1 0 0 0,-1 1 0 0 0,1-1 0 0 0,-1 1 0 0 0,1 0 0 0 0,-1-1 0 0 0,0 1 0 0 0,0 4 0 0 0,0-6 16 0 0,-6-2 136 0 0,-44-46-98 0 0,33 29-44 0 0,16 17-25 0 0,0 0-1 0 0,1 0 1 0 0,-1 0 0 0 0,1 0 0 0 0,-1 0 0 0 0,1 0 0 0 0,-1 0 0 0 0,1 0 0 0 0,0 0 0 0 0,0 0 0 0 0,-1-1 0 0 0,1 1 0 0 0,0 0 0 0 0,0 0-1 0 0,0 0 1 0 0,0 0 0 0 0,0-1 0 0 0,1 1 0 0 0,-1 0 0 0 0,0 0 0 0 0,0 0 0 0 0,1 0 0 0 0,-1 0 0 0 0,1 0 0 0 0,-1 0 0 0 0,2-2 0 0 0,-1 0 1 0 0,1 0 1 0 0,-1 0 0 0 0,1 1-1 0 0,0-1 1 0 0,0 1 0 0 0,0-1 0 0 0,5-4-1 0 0,4 1 8 0 0,-6 8-1 0 0,-8 19 2 0 0,2-15-10 0 0,-5 20 0 0 0,1-7 5 0 0,2 0 0 0 0,0 0 0 0 0,-1 26 0 0 0,4-44-5 0 0,0 0 0 0 0,0 0 0 0 0,0 0 0 0 0,0 0 0 0 0,0 0 0 0 0,0 0 0 0 0,1 0 0 0 0,-1 0 0 0 0,0 0 0 0 0,1 0-1 0 0,-1 0 1 0 0,1 0 0 0 0,-1 0 0 0 0,1 0 0 0 0,-1 0 0 0 0,1 0 0 0 0,0-1 0 0 0,-1 1 0 0 0,1 0 0 0 0,0 0 0 0 0,0-1 0 0 0,-1 1 0 0 0,1 0-1 0 0,0-1 1 0 0,0 1 0 0 0,0-1 0 0 0,0 1 0 0 0,0-1 0 0 0,0 1 0 0 0,0-1 0 0 0,0 0 0 0 0,0 0 0 0 0,0 1 0 0 0,0-1 0 0 0,0 0 0 0 0,0 0-1 0 0,0 0 1 0 0,0 0 0 0 0,0 0 0 0 0,0 0 0 0 0,0-1 0 0 0,0 1 0 0 0,1 0 0 0 0,-1 0 0 0 0,0-1 0 0 0,-1 1 0 0 0,1 0 0 0 0,0-1 0 0 0,0 1-1 0 0,0-1 1 0 0,0 0 0 0 0,0 1 0 0 0,0-1 0 0 0,0 0 0 0 0,-1 1 0 0 0,1-1 0 0 0,0 0 0 0 0,-1 0 0 0 0,1 0 0 0 0,0 0 0 0 0,0-1 0 0 0,10-23 4 0 0,-2 0 1 0 0,-1-1 0 0 0,-1 0-1 0 0,6-34 1 0 0,2-14 6 0 0,1 24-2 0 0,-11 37-8 0 0,-1 0 0 0 0,0 0 1 0 0,-1-1-1 0 0,-1 1 0 0 0,2-22 1 0 0,-6 35-2 0 0,0-1 0 0 0,1 1 0 0 0,-1 0 0 0 0,0 0 0 0 0,1 0 0 0 0,-1 0 0 0 0,0 1 0 0 0,1-1 0 0 0,-1 0 0 0 0,0 1 0 0 0,1-1 0 0 0,-4 2 0 0 0,3 0-12 0 0,1-1-1 0 0,-1 1 1 0 0,0 0 0 0 0,0-1-1 0 0,0 0 1 0 0,0 0 0 0 0,-1 1-1 0 0,1-1 1 0 0,0 0 0 0 0,0-1-1 0 0,-1 1 1 0 0,1 0 0 0 0,-4 0-1 0 0,5-1-4 0 0,5-26-40 0 0,-1 14 56 0 0,0 0 0 0 0,0 0 0 0 0,-1 0 0 0 0,-1 0 0 0 0,0 0 0 0 0,-1 0 0 0 0,-2-20 0 0 0,1 28 1 0 0,0 0 0 0 0,0 0 1 0 0,0 0-1 0 0,-1 0 0 0 0,1 0 0 0 0,-1 0 0 0 0,0 1 0 0 0,0-1 0 0 0,-1 1 0 0 0,1 0 0 0 0,-1-1 1 0 0,0 1-1 0 0,-5-4 0 0 0,7 5-1 0 0,-1 1 0 0 0,1 0 0 0 0,-1-1 0 0 0,0 1 0 0 0,1 0 0 0 0,-1 0 0 0 0,0 0 0 0 0,0 1 0 0 0,1-1 0 0 0,-1 0 0 0 0,0 1 0 0 0,0-1 1 0 0,0 1-1 0 0,0 0 0 0 0,0-1 0 0 0,0 1 0 0 0,0 0 0 0 0,0 0 0 0 0,0 0 0 0 0,0 1 0 0 0,0-1 0 0 0,0 0 0 0 0,0 1 0 0 0,0-1 0 0 0,0 1 0 0 0,1 0 0 0 0,-1-1 0 0 0,0 1 1 0 0,0 0-1 0 0,-1 1 0 0 0,2-1-1 0 0,0 0 1 0 0,-1 0 0 0 0,2 0-1 0 0,-1 1 1 0 0,0-1 0 0 0,0 0 0 0 0,0 0-1 0 0,0 0 1 0 0,1 1 0 0 0,-1-1-1 0 0,0 0 1 0 0,1 1 0 0 0,-1-1 0 0 0,1 0-1 0 0,0 1 1 0 0,-1-1 0 0 0,1 1-1 0 0,0-1 1 0 0,0 0 0 0 0,0 1 0 0 0,0-1-1 0 0,0 1 1 0 0,0-1 0 0 0,1 3-1 0 0,0 0 0 0 0,0 0 0 0 0,0-1-1 0 0,1 1 1 0 0,-1-1-1 0 0,1 1 1 0 0,0-1 0 0 0,0 0-1 0 0,0 0 1 0 0,0 0-1 0 0,1 0 1 0 0,3 4 0 0 0,9 7-3 0 0,1 0 1 0 0,0-1 0 0 0,27 17 0 0 0,-34-25 0 0 0,0 0 1 0 0,1 0-1 0 0,-1-1 1 0 0,1 0-1 0 0,0-1 1 0 0,0 0 0 0 0,0 0-1 0 0,0-1 1 0 0,1-1-1 0 0,11 1 1 0 0,25-5-2916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01.25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1601 377 8432 0 0,'-98'0'782'0'0,"121"1"389"0"0,11 4-926 0 0,-16-3-180 0 0,1 1-1 0 0,27 8 1 0 0,16 5 38 0 0,1-3 1 0 0,97 9 0 0 0,48 9-31 0 0,-155-21-66 0 0,0-3 1 0 0,69 2 0 0 0,104-11 3 0 0,-172 1-4 0 0,133-2 6 0 0,-80 7-10 0 0,-93-7 14 0 0,-16 0 23 0 0,-26-2-4 0 0,-215-14 52 0 0,-6-4 125 0 0,2 0 54 0 0,-356-32 491 0 0,397 40-364 0 0,-156 0 495 0 0,358 15-871 0 0,-3 0 26 0 0,-23-2 122 0 0,29 2-153 0 0,0-1 0 0 0,0 1 0 0 0,0 0 0 0 0,1 0 1 0 0,-1 0-1 0 0,0 0 0 0 0,0-1 0 0 0,0 1 0 0 0,1 0 0 0 0,-1-1 0 0 0,0 1 0 0 0,0-1 0 0 0,1 1 0 0 0,-1-1 1 0 0,0 1-1 0 0,1-1 0 0 0,-1 0 0 0 0,0 1 0 0 0,1-1 0 0 0,-1 0 0 0 0,1 1 0 0 0,-1-1 0 0 0,1 0 1 0 0,0 0-1 0 0,-1 1 0 0 0,0-3 0 0 0,1 3-2 0 0,1-1 0 0 0,-1 1 0 0 0,0-1 0 0 0,0 1 0 0 0,1-1 1 0 0,-1 1-1 0 0,0-1 0 0 0,0 1 0 0 0,1 0 0 0 0,-1-1 0 0 0,0 1 0 0 0,1-1 0 0 0,-1 1 1 0 0,1 0-1 0 0,-1-1 0 0 0,1 1 0 0 0,-1 0 0 0 0,0 0 0 0 0,1-1 0 0 0,-1 1 0 0 0,1 0 0 0 0,-1 0 1 0 0,1 0-1 0 0,-1 0 0 0 0,1-1 0 0 0,-1 1 0 0 0,1 0 0 0 0,0 0 0 0 0,-1 0 0 0 0,2 0 1 0 0,21-1 157 0 0,-18 1-96 0 0,72-7 390 0 0,80-2-133 0 0,364 26 539 0 0,-229 3-488 0 0,6 1 33 0 0,139-4 186 0 0,-322-11-437 0 0,-51-2 14 0 0,1-2 0 0 0,114-12 0 0 0,-81 0 461 0 0,-1808 58 51 0 0,1570-41-725 0 0,-150-13 0 0 0,277 6 23 0 0,9 0-2 0 0,16-5 6 0 0,0 0 7 0 0,31-7 2 0 0,1 1 0 0 0,81-10 0 0 0,-29 7 0 0 0,250-40 68 0 0,2 31 19 0 0,-293 21-24 0 0,-1-2 0 0 0,99-22 0 0 0,-25 6 111 0 0,0 6 0 0 0,144 2-1 0 0,-132 7 58 0 0,-127 4-190 0 0,-1-1-1 0 0,1 0 1 0 0,-1-1-1 0 0,13-4 0 0 0,10-3 85 0 0,-24 14-37 0 0,-11-4-83 0 0,0 1 0 0 0,0-1-1 0 0,-1 1 1 0 0,1 0 0 0 0,0-1 0 0 0,0 1 0 0 0,0-1 0 0 0,-1 1 0 0 0,1-1 0 0 0,0 1 0 0 0,-1-1 0 0 0,1 1 0 0 0,0-1 0 0 0,-1 1 0 0 0,1-1 0 0 0,0 1 0 0 0,-1-1 0 0 0,1 1 0 0 0,-1-1-1 0 0,1 0 1 0 0,-1 1 0 0 0,1-1 0 0 0,-1 0 0 0 0,0 0 0 0 0,1 1 0 0 0,-1-1 0 0 0,1 0 0 0 0,-1 0 0 0 0,1 0 0 0 0,-1 0 0 0 0,0 0 0 0 0,0 0 0 0 0,-58 19 21 0 0,0-3 1 0 0,-1-2-1 0 0,-84 7 1 0 0,-19 5 7 0 0,118-17-30 0 0,-374 58 25 0 0,258-55-28 0 0,-185 20 13 0 0,15 1-11 0 0,144-17-17 0 0,171-15 13 0 0,-18 4-3 0 0,0-3 1 0 0,0 0-1 0 0,0-2 1 0 0,-54-7-1 0 0,85 6 4 0 0,1 1-1 0 0,-1-1 1 0 0,1 0-1 0 0,-1 0 0 0 0,1 0 1 0 0,-1 0-1 0 0,1 0 1 0 0,-4-3-1 0 0,5 4 0 0 0,0-1 1 0 0,1 1-1 0 0,-1-1 0 0 0,1 0 1 0 0,-1 1-1 0 0,1-1 0 0 0,-1 1 1 0 0,1-1-1 0 0,0 0 0 0 0,-1 1 1 0 0,1-1-1 0 0,0 0 0 0 0,-1 0 1 0 0,1 1-1 0 0,0-1 0 0 0,0 0 1 0 0,-1 0-1 0 0,1 1 0 0 0,0-1 1 0 0,0 0-1 0 0,0-1 0 0 0,1-1-2 0 0,1 0 1 0 0,-1 1-1 0 0,0-1 0 0 0,1 0 0 0 0,0 1 0 0 0,-1-1 0 0 0,1 1 0 0 0,0 0 0 0 0,0-1 0 0 0,1 1 1 0 0,-1 0-1 0 0,0 0 0 0 0,1 1 0 0 0,-1-1 0 0 0,1 0 0 0 0,-1 1 0 0 0,5-2 0 0 0,33-21-7 0 0,1 3 0 0 0,1 1 0 0 0,1 2-1 0 0,1 2 1 0 0,76-18 0 0 0,232-49-76 0 0,-331 77 81 0 0,99-20-35 0 0,142-12-1 0 0,-114 20 17 0 0,23-9-8 0 0,-57 7 1 0 0,207-8 1 0 0,-274 28 19 0 0,0 2 1 0 0,-1 1 0 0 0,87 19-1 0 0,-131-21 11 0 0,-1-1 0 0 0,1 0-1 0 0,-1 0 1 0 0,0 1-1 0 0,1-1 1 0 0,-1 1 0 0 0,1-1-1 0 0,-1 1 1 0 0,0 0-1 0 0,1-1 1 0 0,-1 1-1 0 0,0 0 1 0 0,0 0 0 0 0,0 0-1 0 0,0 0 1 0 0,0 0-1 0 0,0 0 1 0 0,0 0 0 0 0,0 1-1 0 0,0-1 1 0 0,0 0-1 0 0,0 0 1 0 0,-1 1 0 0 0,1-1-1 0 0,-1 1 1 0 0,1-1-1 0 0,-1 0 1 0 0,1 1 0 0 0,-1-1-1 0 0,0 1 1 0 0,1-1-1 0 0,-1 1 1 0 0,0-1 0 0 0,0 1-1 0 0,0-1 1 0 0,-1 1-1 0 0,1-1 1 0 0,0 1 0 0 0,0-1-1 0 0,-1 1 1 0 0,1-1-1 0 0,-2 2 1 0 0,0 2-1 0 0,0 0-1 0 0,-1-1 1 0 0,1 1 0 0 0,-1 0-1 0 0,-1-1 1 0 0,1 0 0 0 0,0 0-1 0 0,-1 0 1 0 0,0 0 0 0 0,0-1-1 0 0,-5 4 1 0 0,-5 1 0 0 0,1 0 0 0 0,-1-1 1 0 0,-1-1-1 0 0,1 0 0 0 0,-1-1 0 0 0,-28 6 1 0 0,-102 9-7 0 0,36-6 4 0 0,31 1 2 0 0,6 0-3 0 0,-94 6 0 0 0,-85-10-7 0 0,-132 9-30 0 0,-48-13-76 0 0,94-7-95 0 0,325 1 193 0 0,10-1 14 0 0,-1 1 0 0 0,1-1 1 0 0,0 1-1 0 0,-1-1 1 0 0,1 0-1 0 0,-1 0 0 0 0,1 0 1 0 0,0 0-1 0 0,-1 0 1 0 0,1 0-1 0 0,0-1 1 0 0,-1 1-1 0 0,1-1 0 0 0,0 0 1 0 0,0 0-1 0 0,-1 0 1 0 0,1 0-1 0 0,0 0 0 0 0,0 0 1 0 0,0 0-1 0 0,-2-3 1 0 0,4 4 2 0 0,0-1 0 0 0,0 1 0 0 0,0-1 0 0 0,0 1 0 0 0,0 0 1 0 0,0-1-1 0 0,0 1 0 0 0,0-1 0 0 0,0 1 0 0 0,0-1 0 0 0,0 1 0 0 0,1-1 1 0 0,-1 1-1 0 0,0 0 0 0 0,0-1 0 0 0,1 1 0 0 0,-1-1 0 0 0,0 1 0 0 0,0 0 1 0 0,1-1-1 0 0,-1 1 0 0 0,0 0 0 0 0,1-1 0 0 0,-1 1 0 0 0,1 0 0 0 0,-1 0 0 0 0,0-1 1 0 0,1 1-1 0 0,-1 0 0 0 0,1 0 0 0 0,-1 0 0 0 0,1-1 0 0 0,-1 1 0 0 0,0 0 1 0 0,2 0-1 0 0,18-7-37 0 0,54-9 1 0 0,0 3 0 0 0,1 3 0 0 0,118 0 0 0 0,119-4-23 0 0,12 0 18 0 0,-221 16 36 0 0,131-3-10 0 0,-107-6 13 0 0,201 15 0 0 0,-80 3 15 0 0,-10-1 2 0 0,-226-10-9 0 0,0 1 0 0 0,-1 1 0 0 0,1 0 0 0 0,0 0 0 0 0,-1 1 0 0 0,1 1 0 0 0,-1 0 0 0 0,0 0 0 0 0,13 8 0 0 0,-23-11-3 0 0,-1-1-1 0 0,1 1 1 0 0,-1-1 0 0 0,1 1-1 0 0,-1-1 1 0 0,1 1-1 0 0,-1-1 1 0 0,0 1-1 0 0,1 0 1 0 0,-1-1 0 0 0,0 1-1 0 0,1 0 1 0 0,-1-1-1 0 0,0 1 1 0 0,0 0-1 0 0,0 0 1 0 0,0-1-1 0 0,0 1 1 0 0,1 0 0 0 0,-1-1-1 0 0,0 1 1 0 0,-1 0-1 0 0,1 0 1 0 0,0-1-1 0 0,0 1 1 0 0,0 0 0 0 0,0-1-1 0 0,-1 1 1 0 0,1 0-1 0 0,0-1 1 0 0,0 1-1 0 0,-1 0 1 0 0,1-1-1 0 0,-1 1 1 0 0,1-1 0 0 0,0 1-1 0 0,-1 0 1 0 0,1-1-1 0 0,-1 1 1 0 0,1-1-1 0 0,-1 0 1 0 0,0 1-1 0 0,0 0 1 0 0,-29 18 24 0 0,-39 7-15 0 0,-2-3-1 0 0,0-3 1 0 0,-118 17 0 0 0,-221 2-24 0 0,1-27-55 0 0,98-5 23 0 0,-338-10-32 0 0,500 3 54 0 0,188-15 22 0 0,83-21 4 0 0,1 5 1 0 0,161-18-1 0 0,267 4 6 0 0,-410 38-4 0 0,-24-1 12 0 0,177 12-1 0 0,-28 24 15 0 0,-246-26-21 0 0,0 2 0 0 0,-1 0 0 0 0,1 1 0 0 0,-1 1 0 0 0,0 1 0 0 0,27 13 0 0 0,-45-19-7 0 0,0-1-1 0 0,1 0 1 0 0,-1 1-1 0 0,0-1 1 0 0,0 1 0 0 0,0 0-1 0 0,0-1 1 0 0,0 1-1 0 0,0 0 1 0 0,0 0 0 0 0,0-1-1 0 0,0 1 1 0 0,0 0-1 0 0,-1 0 1 0 0,1 0-1 0 0,0 0 1 0 0,-1 0 0 0 0,1 0-1 0 0,0 0 1 0 0,-1 1-1 0 0,1-1 1 0 0,-1 0 0 0 0,0 0-1 0 0,1 0 1 0 0,-1 0-1 0 0,0 1 1 0 0,0-1 0 0 0,0 0-1 0 0,0 0 1 0 0,0 1-1 0 0,0-1 1 0 0,0 0 0 0 0,0 0-1 0 0,0 1 1 0 0,0-1-1 0 0,-1 0 1 0 0,1 0-1 0 0,-1 0 1 0 0,1 0 0 0 0,-1 1-1 0 0,0 0 1 0 0,-2 2 3 0 0,0-1 0 0 0,0 1 0 0 0,0-1 0 0 0,0 0 0 0 0,-1 0 0 0 0,1-1 0 0 0,-1 1-1 0 0,1-1 1 0 0,-1 1 0 0 0,-4 1 0 0 0,-19 5 7 0 0,-1 0 0 0 0,1-1-1 0 0,-1-2 1 0 0,0-1-1 0 0,-57 2 1 0 0,-11 4 0 0 0,-694 62 50 0 0,520-55-59 0 0,-154 2 1 0 0,357-19-9 0 0,51 1 2 0 0,-1-1 0 0 0,1-1 0 0 0,0-1 0 0 0,0 0 0 0 0,0-1 0 0 0,0-1 0 0 0,-22-6 0 0 0,38 9 2 0 0,0 0 1 0 0,-1 0-1 0 0,1 0 1 0 0,0 0-1 0 0,-1 0 1 0 0,1-1-1 0 0,0 1 1 0 0,-1 0-1 0 0,1 0 1 0 0,0 0-1 0 0,0 0 1 0 0,-1-1-1 0 0,1 1 1 0 0,0 0-1 0 0,0 0 1 0 0,0-1-1 0 0,-1 1 1 0 0,1 0 0 0 0,0 0-1 0 0,0-1 1 0 0,0 1-1 0 0,0 0 1 0 0,-1-1-1 0 0,1 1 1 0 0,0 0-1 0 0,0 0 1 0 0,0-1-1 0 0,0 1 1 0 0,0 0-1 0 0,0-1 1 0 0,0 1-1 0 0,0 0 1 0 0,0-1-1 0 0,0 1 1 0 0,0 0-1 0 0,0-1 1 0 0,0 1-1 0 0,0 0 1 0 0,0-1-1 0 0,0 1 1 0 0,1 0-1 0 0,-1-1 1 0 0,0 1-1 0 0,0 0 1 0 0,0 0-1 0 0,0-1 1 0 0,1 1-1 0 0,-1 0 1 0 0,0 0-1 0 0,0-1 1 0 0,0 1 0 0 0,1 0-1 0 0,-1 0 1 0 0,0-1-1 0 0,1 1 1 0 0,-1 0-1 0 0,16-11-11 0 0,-9 7 9 0 0,1 1 0 0 0,0 0 0 0 0,-1 0 0 0 0,1 1 1 0 0,0 0-1 0 0,12-1 0 0 0,13-3-3 0 0,-27 5 6 0 0,108-24-12 0 0,158-14 0 0 0,541 31 12 0 0,-445 12 0 0 0,-204-1 7 0 0,104-1 10 0 0,-244-2-12 0 0,-1 1 0 0 0,1 1-1 0 0,-1 1 1 0 0,39 10 0 0 0,-8-1 10 0 0,-46-10-12 0 0,1 1 0 0 0,-1-1 0 0 0,1 2 1 0 0,13 6-1 0 0,6 3 21 0 0,-31-9-19 0 0,-1-2 1 0 0,0 1-1 0 0,0 0 0 0 0,0-1 1 0 0,-1 1-1 0 0,1-1 0 0 0,0-1 1 0 0,-5 3-1 0 0,-63 16 11 0 0,-1-3 1 0 0,-1-3-1 0 0,-124 8 0 0 0,-276 4 8 0 0,42-11-3 0 0,266-12-15 0 0,-138 0-9 0 0,149-10-22 0 0,60 2 1 0 0,78 3-1 0 0,-1 0 0 0 0,-33-10-1 0 0,31 7-26 0 0,20 5 50 0 0,0-1 0 0 0,0 1 1 0 0,0 0-1 0 0,0 0 0 0 0,0 0 0 0 0,-1 0 1 0 0,1 0-1 0 0,0 0 0 0 0,0 0 0 0 0,0-1 0 0 0,0 1 1 0 0,0 0-1 0 0,0 0 0 0 0,0 0 0 0 0,-1 0 0 0 0,1 0 1 0 0,0-1-1 0 0,0 1 0 0 0,0 0 0 0 0,0 0 0 0 0,0 0 1 0 0,0 0-1 0 0,0-1 0 0 0,0 1 0 0 0,0 0 1 0 0,0 0-1 0 0,0 0 0 0 0,0-1 0 0 0,0 1 0 0 0,0 0 1 0 0,0 0-1 0 0,0 0 0 0 0,0 0 0 0 0,0 0 0 0 0,1-1 1 0 0,-1 1-1 0 0,0 0 0 0 0,0 0 0 0 0,0 0 0 0 0,0 0 1 0 0,0-1-1 0 0,0 1 0 0 0,0 0 0 0 0,0 0 1 0 0,1 0-1 0 0,-1 0 0 0 0,0 0 0 0 0,0 0 0 0 0,0 0 1 0 0,0 0-1 0 0,0-1 0 0 0,1 1 0 0 0,-1 0 0 0 0,0 0 1 0 0,0 0-1 0 0,0 0 0 0 0,0 0 0 0 0,1 0 0 0 0,-1 0 1 0 0,0 0-1 0 0,0 0 0 0 0,0 0 0 0 0,1 0 1 0 0,21-7-89 0 0,228-39-12 0 0,8-2 49 0 0,-70 25 41 0 0,208-18-8 0 0,116 15 27 0 0,-469 26 1 0 0,51 9 0 0 0,-15-2 27 0 0,-78-7-32 0 0,0 0-1 0 0,1 0 1 0 0,-1 0 0 0 0,0 0 0 0 0,0 0 0 0 0,0 0-1 0 0,0 0 1 0 0,0 1 0 0 0,1-1 0 0 0,-1 0 0 0 0,0 1-1 0 0,0-1 1 0 0,0 1 0 0 0,0-1 0 0 0,0 1 0 0 0,0 0-1 0 0,0-1 1 0 0,0 1 0 0 0,0 0 0 0 0,-1-1 0 0 0,1 1-1 0 0,0 0 1 0 0,0 0 0 0 0,-1 0 0 0 0,1 0 0 0 0,0 0-1 0 0,-1 0 1 0 0,1 0 0 0 0,-1 0 0 0 0,1 0 0 0 0,-1 0-1 0 0,0 0 1 0 0,1 2 0 0 0,1 3 12 0 0,-3-4-11 0 0,-1 0-1 0 0,0 0 1 0 0,0 1-1 0 0,0-1 1 0 0,0 0-1 0 0,0-1 0 0 0,0 1 1 0 0,0 0-1 0 0,0-1 1 0 0,-1 1-1 0 0,1-1 0 0 0,-4 2 1 0 0,4-2-2 0 0,-7 3 1 0 0,-1 0-1 0 0,0-1 0 0 0,0 0 1 0 0,0 0-1 0 0,0-1 1 0 0,0-1-1 0 0,0 1 1 0 0,-12-1-1 0 0,-9 1 1 0 0,-101 12 13 0 0,-145-5-1 0 0,98-6-14 0 0,-32 0 13 0 0,-161-6-17 0 0,-156-11-8 0 0,313-21-4 0 0,203 33 14 0 0,4 0-1 0 0,-1-1 0 0 0,1 0-1 0 0,0 0 1 0 0,0-1-1 0 0,1 1 1 0 0,-8-6 0 0 0,-12-6-7 0 0,27 15 9 0 0,-8-5-9 0 0,8 1 5 0 0,12 2 2 0 0,159-17 2 0 0,-31 2 0 0 0,-133 16 0 0 0,331-22 15 0 0,-2 27 2 0 0,-299-1-13 0 0,28 1 17 0 0,122 25 1 0 0,-95-11 11 0 0,-130-4 15 0 0,-10 3-44 0 0,0-2-1 0 0,-2-1 1 0 0,0-4-1 0 0,-60 7 1 0 0,-256 17 12 0 0,-170-22 32 0 0,435-10-41 0 0,-47 0-2 0 0,132-4-2 0 0,0 1-1 0 0,1-2 0 0 0,-1 0 1 0 0,0-1-1 0 0,1-1 1 0 0,-29-12-1 0 0,43 17-1 0 0,0-1 0 0 0,0 1 0 0 0,0 0 0 0 0,1-1-1 0 0,-1 1 1 0 0,0-1 0 0 0,1 1 0 0 0,-1-1 0 0 0,0 1 0 0 0,1-1 0 0 0,-1 1 0 0 0,1-1-1 0 0,-1 0 1 0 0,1 1 0 0 0,-1-1 0 0 0,1 0 0 0 0,-1 1 0 0 0,1-1 0 0 0,0 0 0 0 0,-1 0-1 0 0,1 0 1 0 0,0 1 0 0 0,0-1 0 0 0,-1 0 0 0 0,1 0 0 0 0,0 0 0 0 0,0 1 0 0 0,0-1-1 0 0,0-1 1 0 0,1 0 2 0 0,-1 0-1 0 0,1 0 0 0 0,0 0 0 0 0,0 1 0 0 0,0-1 1 0 0,0 0-1 0 0,0 0 0 0 0,0 1 0 0 0,0-1 1 0 0,0 1-1 0 0,3-3 0 0 0,3-2 5 0 0,-1 1 0 0 0,0 0 0 0 0,1 0 1 0 0,0 0-1 0 0,9-4 0 0 0,-6 5-2 0 0,0 1 0 0 0,0 0 1 0 0,0 0-1 0 0,0 1 0 0 0,16-2 0 0 0,6-1 4 0 0,370-41 112 0 0,3 32 42 0 0,-391 13-158 0 0,281 13 87 0 0,-109-1-38 0 0,13 5 282 0 0,-237-17-331 0 0,-72-13 0 0 0,14 0-1 0 0,-322 4 1 0 0,94 7-2 0 0,-11 3-9 0 0,207 3 4 0 0,92-4-5 0 0,1-2-1 0 0,-1-1 0 0 0,-52-13 1 0 0,87 17 6 0 0,1 0 1 0 0,-1 0 0 0 0,1-1 0 0 0,-1 1-1 0 0,1 0 1 0 0,-1 0 0 0 0,1-1-1 0 0,-1 1 1 0 0,1 0 0 0 0,-1-1 0 0 0,1 1-1 0 0,-1 0 1 0 0,1-1 0 0 0,0 1 0 0 0,-1-1-1 0 0,1 1 1 0 0,0-1 0 0 0,-1 1 0 0 0,1 0-1 0 0,0-1 1 0 0,0 0 0 0 0,0 1-1 0 0,-1-1 1 0 0,1 1 0 0 0,0-1 0 0 0,0 1-1 0 0,0-1 1 0 0,0 1 0 0 0,0-1 0 0 0,0 1-1 0 0,0-1 1 0 0,0 1 0 0 0,0-1-1 0 0,0 0 1 0 0,0 1 0 0 0,0-1 0 0 0,0 1-1 0 0,1-1 1 0 0,-1 1 0 0 0,0-1 0 0 0,0 1-1 0 0,1-2 1 0 0,15-22-6 0 0,4 7 11 0 0,0 0-1 0 0,1 1 1 0 0,0 1-1 0 0,1 2 0 0 0,1 0 1 0 0,0 1-1 0 0,0 1 1 0 0,36-11-1 0 0,-25 13 4 0 0,-1 1 1 0 0,1 1-1 0 0,1 2 0 0 0,-1 1 0 0 0,62 2 1 0 0,8 9 26 0 0,-62-3-18 0 0,0-1-1 0 0,45-4 1 0 0,-42-4-5 0 0,66-2 35 0 0,-12 15 23 0 0,-99-8-69 0 0,0 0-1 0 0,0 0 1 0 0,0 0-1 0 0,0 0 0 0 0,0 0 1 0 0,0 0-1 0 0,0 0 1 0 0,0 0-1 0 0,0 0 1 0 0,-1 0-1 0 0,1 0 0 0 0,0 0 1 0 0,0 0-1 0 0,0 0 1 0 0,0 0-1 0 0,0 1 1 0 0,0-1-1 0 0,0 0 0 0 0,0 0 1 0 0,0 0-1 0 0,0 0 1 0 0,0 0-1 0 0,0 0 1 0 0,0 0-1 0 0,0 0 0 0 0,0 0 1 0 0,0 0-1 0 0,0 0 1 0 0,0 1-1 0 0,0-1 1 0 0,0 0-1 0 0,0 0 1 0 0,0 0-1 0 0,0 0 0 0 0,0 0 1 0 0,0 0-1 0 0,0 0 1 0 0,0 0-1 0 0,0 0 1 0 0,0 0-1 0 0,0 1 0 0 0,0-1 1 0 0,0 0-1 0 0,0 0 1 0 0,0 0-1 0 0,0 0 1 0 0,0 0-1 0 0,0 0 0 0 0,0 0 1 0 0,0 0-1 0 0,0 0 1 0 0,0 0-1 0 0,0 0 1 0 0,0 0-1 0 0,0 1 0 0 0,0-1 1 0 0,0 0-1 0 0,1 0 1 0 0,-14 6-1 0 0,-23 7 1 0 0,0-1 0 0 0,-1-2 0 0 0,-1-2-1 0 0,1-1 1 0 0,-1-2 0 0 0,-46 1 0 0 0,-41-11-1 0 0,-117 1 0 0 0,-12 24 0 0 0,178-13-1 0 0,0-4-9 0 0,-130-11 0 0 0,184 5 7 0 0,18 2 2 0 0,-1 0-1 0 0,1 1 1 0 0,0-1 0 0 0,-1 1-1 0 0,1 0 1 0 0,0 0 0 0 0,0 1 0 0 0,-1-1-1 0 0,1 1 1 0 0,0 0 0 0 0,-8 2-1 0 0,15-6-18 0 0,-2 2 19 0 0,0 0 0 0 0,0 0 0 0 0,0 1 0 0 0,0-1 0 0 0,0 0 0 0 0,0 0 0 0 0,0 1 0 0 0,0-1 0 0 0,0 1 0 0 0,0-1 0 0 0,0 1 0 0 0,1-1 0 0 0,-1 1 0 0 0,0 0 0 0 0,0-1 0 0 0,0 1 0 0 0,1 0 0 0 0,-1 0 0 0 0,0 0 0 0 0,0 0 0 0 0,2 0 0 0 0,46-1-8 0 0,1-2 0 0 0,-1-3-1 0 0,0-1 1 0 0,57-18 0 0 0,-27 3 5 0 0,-29 6-1 0 0,1 3 0 0 0,0 1 0 0 0,103-8 0 0 0,-87 22 10 0 0,0 3-1 0 0,114 22 1 0 0,-130-18-3 0 0,-48-9 1 0 0,0 1-1 0 0,0-1 1 0 0,0 1-1 0 0,0 0 1 0 0,-1-1-1 0 0,1 1 1 0 0,0 1-1 0 0,-1-1 1 0 0,1 0-1 0 0,0 1 1 0 0,-1-1 0 0 0,0 1-1 0 0,1 0 1 0 0,-1 0-1 0 0,0 0 1 0 0,0 0-1 0 0,0 0 1 0 0,2 3-1 0 0,-4-3 0 0 0,1 0 0 0 0,0 0 1 0 0,-1 0-1 0 0,1 0 0 0 0,-1 1 0 0 0,0-1 0 0 0,0 0 0 0 0,0 0 1 0 0,0 1-1 0 0,0-1 0 0 0,0 0 0 0 0,-1 0 0 0 0,1 1 0 0 0,-1-1 1 0 0,1 0-1 0 0,-1 0 0 0 0,0 0 0 0 0,0 0 0 0 0,0 0 0 0 0,0 0 1 0 0,0 0-1 0 0,-1 0 0 0 0,1 0 0 0 0,0 0 0 0 0,-3 1 0 0 0,-2 4-1 0 0,0-1 0 0 0,-1-1 0 0 0,1 1 0 0 0,-1-1 0 0 0,0 0 0 0 0,-1-1-1 0 0,1 1 1 0 0,-1-2 0 0 0,0 1 0 0 0,0-1 0 0 0,0 0 0 0 0,0-1 0 0 0,-11 3 0 0 0,-18 2 4 0 0,-62 3 1 0 0,94-9-6 0 0,-336 31-17 0 0,226-15 7 0 0,-67 6-35 0 0,-137-6-49 0 0,293-15 74 0 0,1-1 0 0 0,-1-1 0 0 0,0-2 0 0 0,0 0 0 0 0,-33-9 0 0 0,58 12 19 0 0,1-1 1 0 0,0 0 0 0 0,0 0 0 0 0,0 0 0 0 0,-1 0 0 0 0,1 0-1 0 0,0 0 1 0 0,0 0 0 0 0,0 0 0 0 0,-1 0 0 0 0,1 0-1 0 0,0 0 1 0 0,0-1 0 0 0,0 1 0 0 0,-1 0 0 0 0,1 0-1 0 0,0 0 1 0 0,0 0 0 0 0,0 0 0 0 0,0 0 0 0 0,-1 0-1 0 0,1 0 1 0 0,0-1 0 0 0,0 1 0 0 0,0 0 0 0 0,0 0-1 0 0,-1 0 1 0 0,1 0 0 0 0,0 0 0 0 0,0-1 0 0 0,0 1-1 0 0,0 0 1 0 0,0 0 0 0 0,0 0 0 0 0,0-1 0 0 0,0 1 0 0 0,0 0-1 0 0,0 0 1 0 0,0 0 0 0 0,0-1 0 0 0,0 1 0 0 0,-1 0-1 0 0,2 0 1 0 0,-1 0 0 0 0,0-1 0 0 0,0 1 0 0 0,0 0-1 0 0,0 0 1 0 0,0 0 0 0 0,0-1 0 0 0,12-6-14 0 0,21-3-4 0 0,23-2 19 0 0,109-7 0 0 0,57 13 1 0 0,-36 2 1 0 0,-59 3 29 0 0,1 5 0 0 0,244 41 0 0 0,-263-30-13 0 0,-67-10-5 0 0,0 1 0 0 0,-1 2 0 0 0,46 15 0 0 0,-86-23-14 0 0,0 0 0 0 0,0 0 0 0 0,0 1 1 0 0,-1-1-1 0 0,1 0 0 0 0,0 1 0 0 0,0-1 0 0 0,0 0 1 0 0,0 1-1 0 0,-1-1 0 0 0,1 1 0 0 0,0-1 0 0 0,0 1 1 0 0,-1 0-1 0 0,1-1 0 0 0,0 1 0 0 0,-1 0 1 0 0,1 0-1 0 0,-1-1 0 0 0,1 1 0 0 0,-1 0 0 0 0,1 0 1 0 0,-1 0-1 0 0,0-1 0 0 0,1 1 0 0 0,-1 0 0 0 0,0 0 1 0 0,0 0-1 0 0,1 0 0 0 0,-1 1 0 0 0,-4-1-6 0 0,-58 2-73 0 0,-86 15 1 0 0,88-8-32 0 0,-117 2 1 0 0,157-12 95 0 0,-220 1-215 0 0,-55 15-48 0 0,50-17 111 0 0,99-4 81 0 0,32 9-3 0 0,112-4 84 0 0,-1 0 0 0 0,0-1 1 0 0,0 0-1 0 0,1 1 0 0 0,-1-1 0 0 0,0 0 1 0 0,1 0-1 0 0,-1-1 0 0 0,1 1 0 0 0,-1 0 0 0 0,1-1 1 0 0,-4-2-1 0 0,0 0-3 0 0,6 3 6 0 0,-1 1 1 0 0,1 0-1 0 0,0 0 1 0 0,0-1-1 0 0,0 1 1 0 0,-1 0-1 0 0,1-1 1 0 0,0 1-1 0 0,0 0 0 0 0,0-1 1 0 0,0 1-1 0 0,-1 0 1 0 0,1-1-1 0 0,0 1 1 0 0,0 0-1 0 0,0-1 1 0 0,0 1-1 0 0,0 0 0 0 0,0-1 1 0 0,0 1-1 0 0,0-1 1 0 0,0 1-1 0 0,0 0 1 0 0,0-1-1 0 0,0 1 1 0 0,1 0-1 0 0,-1-1 0 0 0,0 1 1 0 0,0 0-1 0 0,0-1 1 0 0,0 1-1 0 0,0 0 1 0 0,1-1-1 0 0,-1 1 0 0 0,0 0 1 0 0,0 0-1 0 0,1-1 1 0 0,-1 1-1 0 0,0 0 1 0 0,0 0-1 0 0,1-1 1 0 0,-1 1-1 0 0,0 0 0 0 0,1 0 1 0 0,-1 0-1 0 0,0-1 1 0 0,1 1-1 0 0,-1 0 1 0 0,1 0-1 0 0,16-9-4 0 0,9 5 1 0 0,-1 1-1 0 0,1 1 1 0 0,41 2 0 0 0,-17 0 1 0 0,681 27 1 0 0,-314 41 23 0 0,-190-26-10 0 0,-180-34-1 0 0,-1 3 0 0 0,-1 2 0 0 0,50 20 0 0 0,-91-32-7 0 0,-1 1 0 0 0,0 0 0 0 0,0 0 0 0 0,0 0 0 0 0,0 0 0 0 0,0 0 0 0 0,0 1 0 0 0,4 3 0 0 0,-3-1 2 0 0,0-7 22 0 0,-13 0-7 0 0,-53 11 13 0 0,-113 7-13 0 0,-17 2 0 0 0,-108 2 27 0 0,-10-4 0 0 0,239-12-34 0 0,44-1-4 0 0,0-2 0 0 0,-1 0 0 0 0,-42-6 0 0 0,59 3-7 0 0,-15-2 13 0 0,0-2 1 0 0,1 0-1 0 0,-27-10 1 0 0,20 6 2 0 0,29 10-15 0 0,-1-1 1 0 0,1 1-1 0 0,0-1 1 0 0,0 0-1 0 0,-1 0 1 0 0,1 0-1 0 0,0 0 1 0 0,0-1 0 0 0,0 0-1 0 0,0 1 1 0 0,1-1-1 0 0,-1 0 1 0 0,0 0-1 0 0,1 0 1 0 0,-1-1-1 0 0,1 1 1 0 0,-3-4-1 0 0,5 5-1 0 0,0 0-1 0 0,0 0 1 0 0,0 0 0 0 0,0 0-1 0 0,1 1 1 0 0,-1-1-1 0 0,0 0 1 0 0,0 0-1 0 0,1 0 1 0 0,-1 0-1 0 0,0 1 1 0 0,1-1-1 0 0,-1 0 1 0 0,1 0 0 0 0,-1 1-1 0 0,1-1 1 0 0,0 0-1 0 0,-1 1 1 0 0,1-1-1 0 0,0 0 1 0 0,-1 1-1 0 0,1-1 1 0 0,0 1 0 0 0,-1-1-1 0 0,1 1 1 0 0,0 0-1 0 0,0-1 1 0 0,0 1-1 0 0,0 0 1 0 0,0-1-1 0 0,15 0 1 0 0,255-7 30 0 0,122 38 14 0 0,-82-13-22 0 0,-234-16-14 0 0,252 13 27 0 0,-274-6-33 0 0,-46-6-2 0 0,0-1-1 0 0,0 1 1 0 0,0-2 0 0 0,0 1 0 0 0,0-1-1 0 0,11-1 1 0 0,-10 0 1 0 0,-12 5 0 0 0,-20 3 0 0 0,-53-4 0 0 0,-89 15-1 0 0,-11 2 1 0 0,-327-20-3 0 0,312 2 0 0 0,62 1 0 0 0,-45-3 0 0 0,171 0 0 0 0,-1 0 0 0 0,0-1 0 0 0,0 1 0 0 0,1-1 0 0 0,-1 1 0 0 0,1-1 0 0 0,-1 0 0 0 0,0 0 0 0 0,1 0 0 0 0,-4-2 0 0 0,-14-6 0 0 0,20 9 0 0 0,1 0 0 0 0,-1 0 0 0 0,1-1 0 0 0,-1 1 0 0 0,1 0 0 0 0,-1 0 0 0 0,1 0 0 0 0,-1 0 0 0 0,1-1 0 0 0,-1 1 0 0 0,1 0 0 0 0,0 0 0 0 0,-1 0 0 0 0,1 0 0 0 0,-1 0 0 0 0,1 0 0 0 0,-1 1 0 0 0,1-1 0 0 0,-1 0 0 0 0,1 0 0 0 0,-1 0 0 0 0,1 0 0 0 0,-1 1 0 0 0,1-1 0 0 0,-1 0 0 0 0,1 0 0 0 0,-1 1 0 0 0,1-1 0 0 0,-1 0 0 0 0,1 1 0 0 0,-1-1 0 0 0,0 1 0 0 0,1-1 0 0 0,-1 0 0 0 0,0 1 0 0 0,1-1 0 0 0,-1 1 0 0 0,0-1 0 0 0,0 1 0 0 0,1-1 0 0 0,-1 1 0 0 0,0-1 0 0 0,0 1 0 0 0,0-1 0 0 0,0 1 0 0 0,0-1 0 0 0,0 1 0 0 0,0 0 0 0 0,0-1 0 0 0,0 1 0 0 0,0-1 0 0 0,0 1 0 0 0,0-1 0 0 0,0 1 0 0 0,0-1 0 0 0,0 1 0 0 0,0-1 0 0 0,-1 1 0 0 0,1-1 0 0 0,0 1 0 0 0,0-1 0 0 0,-1 1 0 0 0,1-1 0 0 0,0 1 0 0 0,-1-1 0 0 0,0 1 0 0 0,24-11 0 0 0,0 2 0 0 0,0 0 0 0 0,1 1 0 0 0,0 1 0 0 0,31-3 0 0 0,133-6 0 0 0,-137 12 0 0 0,28-1 2 0 0,376-28 27 0 0,-354 27-18 0 0,172 13 0 0 0,-233-5-9 0 0,339 45 41 0 0,-362-45-39 0 0,53 14 17 0 0,-66-15-19 0 0,0-1-1 0 0,0 1 1 0 0,1 0 0 0 0,-1 0 0 0 0,-1 0-1 0 0,1 1 1 0 0,0 0 0 0 0,-1-1 0 0 0,1 1-1 0 0,-1 0 1 0 0,0 1 0 0 0,6 6 0 0 0,-9-9-2 0 0,-1-1 1 0 0,1 1 0 0 0,0 0 0 0 0,0 0 0 0 0,0-1-1 0 0,0 1 1 0 0,-1 0 0 0 0,1-1 0 0 0,0 1 0 0 0,-1 0-1 0 0,1-1 1 0 0,0 1 0 0 0,-1 0 0 0 0,1-1-1 0 0,-1 1 1 0 0,1-1 0 0 0,-1 1 0 0 0,1-1 0 0 0,-1 1-1 0 0,1-1 1 0 0,-1 1 0 0 0,0-1 0 0 0,1 1 0 0 0,-1-1-1 0 0,0 0 1 0 0,1 1 0 0 0,-1-1 0 0 0,0 0-1 0 0,0 0 1 0 0,1 0 0 0 0,-1 1 0 0 0,-1-1 0 0 0,-38 13 5 0 0,6-4-5 0 0,-2-1 0 0 0,1-2 0 0 0,-1-2 0 0 0,1-1 0 0 0,-46-2 0 0 0,-23-9-1 0 0,-257-16-1 0 0,-172 12-23 0 0,192-15-8 0 0,110 5 9 0 0,-100-1-14 0 0,275 17 27 0 0,0-4 0 0 0,-89-25 0 0 0,126 30 7 0 0,13 3 3 0 0,0 1-1 0 0,0-1 1 0 0,0 0 0 0 0,0 0 0 0 0,0-1 0 0 0,0 0 0 0 0,0 0 0 0 0,1 0 0 0 0,-1-1 0 0 0,1 0 0 0 0,0 0 0 0 0,0 0-1 0 0,-5-7 1 0 0,11 8 0 0 0,1 0 1 0 0,-1 0-1 0 0,1 0 0 0 0,0 0 0 0 0,0 0 0 0 0,0 0 0 0 0,0 0 1 0 0,6-5-1 0 0,-1 3 3 0 0,1 1 0 0 0,-1-1 0 0 0,1 1-1 0 0,1 0 1 0 0,-1 1 0 0 0,9-3 0 0 0,4-2 3 0 0,22-6 21 0 0,0 2-1 0 0,83-12 0 0 0,-49 11 2 0 0,3 1 29 0 0,144-2 1 0 0,-37 26 51 0 0,-97-4-62 0 0,82 13 15 0 0,-88-8-30 0 0,-50-7-21 0 0,49 16 0 0 0,-8-1 2 0 0,-70-20-13 0 0,0 1 0 0 0,1 0 0 0 0,-1 0 0 0 0,0 0 1 0 0,0 1-1 0 0,-1 0 0 0 0,1 0 0 0 0,0 0 0 0 0,6 7 0 0 0,20 12 8 0 0,-31-21-8 0 0,1-1 0 0 0,-1 1 0 0 0,0-1 0 0 0,0 1 0 0 0,1 0 0 0 0,-1-1 0 0 0,0 1 0 0 0,0-1 0 0 0,0 1-1 0 0,0-1 1 0 0,0 1 0 0 0,0 0 0 0 0,0-1 0 0 0,0 1 0 0 0,0-1 0 0 0,0 1 0 0 0,0-1 0 0 0,0 1 0 0 0,-1 0 0 0 0,1-1 0 0 0,0 1-1 0 0,0-1 1 0 0,0 1 0 0 0,-1-1 0 0 0,1 1 0 0 0,0-1 0 0 0,-1 1 0 0 0,1-1 0 0 0,0 1 0 0 0,-1-1 0 0 0,1 0 0 0 0,-1 1 0 0 0,1-1-1 0 0,-1 0 1 0 0,1 1 0 0 0,-1-1 0 0 0,0 1 0 0 0,-1 1 0 0 0,-1 0-1 0 0,1 0 1 0 0,-1 0-1 0 0,1-1 1 0 0,-1 1 0 0 0,0-1-1 0 0,1 1 1 0 0,-1-1-1 0 0,0 0 1 0 0,-6 1-1 0 0,-55 10-1 0 0,-20 4-11 0 0,-134 9-1 0 0,-38-6-93 0 0,184-14 62 0 0,34-1 14 0 0,0-2 1 0 0,-37-4-1 0 0,-30-2-49 0 0,-16-1-15 0 0,105 2 85 0 0,7 3-1 0 0,1-1 0 0 0,0 0 0 0 0,0-1 0 0 0,0 0 0 0 0,0-1 1 0 0,0 1-1 0 0,-10-6 0 0 0,17 7 8 0 0,0 1 1 0 0,0-1-1 0 0,0 1 0 0 0,0-1 1 0 0,0 1-1 0 0,1-1 0 0 0,-1 0 1 0 0,0 1-1 0 0,0-1 0 0 0,0 0 1 0 0,1 0-1 0 0,-1 0 0 0 0,1 1 1 0 0,-1-1-1 0 0,0 0 0 0 0,1 0 1 0 0,0 0-1 0 0,-1 0 0 0 0,1 0 1 0 0,-1 0-1 0 0,1 0 0 0 0,0 0 1 0 0,0 0-1 0 0,0 0 0 0 0,-1 0 1 0 0,1 0-1 0 0,0 0 0 0 0,1-2 1 0 0,-1 0-1 0 0,1 1 1 0 0,0-1-1 0 0,0 1 1 0 0,0-1 0 0 0,0 0-1 0 0,1 1 1 0 0,-1 0-1 0 0,1-1 1 0 0,3-3 0 0 0,0 1 1 0 0,1 1 0 0 0,0-1 0 0 0,0 1 0 0 0,0 0 1 0 0,1 1-1 0 0,-1 0 0 0 0,1 0 0 0 0,0 0 0 0 0,0 1 0 0 0,0 0 0 0 0,7-1 1 0 0,9-4-1 0 0,348-99-6 0 0,-298 88 7 0 0,1 3 0 0 0,1 3 0 0 0,0 4 0 0 0,1 2 0 0 0,136 10 0 0 0,-201-3 0 0 0,1 0 0 0 0,-1-1 0 0 0,1 0 0 0 0,-1 0 0 0 0,1-1 0 0 0,21-5 0 0 0,-24 7-6 0 0,-31 3-2 0 0,-359-18-76 0 0,66-11-40 0 0,157 9 66 0 0,90 10 28 0 0,-117-6-36 0 0,179 11 64 0 0,-1 1-1 0 0,0-1 0 0 0,1 0 0 0 0,-1-1 0 0 0,-10-3 1 0 0,-15-4-19 0 0,56-11 10 0 0,-1 6 11 0 0,1 0 0 0 0,0 1 0 0 0,0 2 0 0 0,1 0 0 0 0,1 2 0 0 0,0 1 0 0 0,45-9 0 0 0,164-21 0 0 0,-167 24 2 0 0,-46 8 0 0 0,42-5 0 0 0,-58 10-2 0 0,1 1 1 0 0,0 0-1 0 0,0 0 1 0 0,-1 1-1 0 0,1 0 1 0 0,0 0-1 0 0,-1 0 1 0 0,1 1-1 0 0,-1 0 1 0 0,10 4-1 0 0,-15-5 1 0 0,-1-1-1 0 0,1 0 1 0 0,-1 0-1 0 0,1 0 1 0 0,-1 0-1 0 0,1 1 1 0 0,-1-1-1 0 0,0 0 1 0 0,1 1-1 0 0,-1-1 1 0 0,0 0-1 0 0,1 1 1 0 0,-1-1-1 0 0,0 0 1 0 0,1 1-1 0 0,-1-1 1 0 0,0 0-1 0 0,1 1 1 0 0,-1-1-1 0 0,0 1 1 0 0,0-1 0 0 0,0 1-1 0 0,0-1 1 0 0,1 1-1 0 0,-1-1 1 0 0,0 1-1 0 0,0-1 1 0 0,0 1-1 0 0,0-1 1 0 0,0 1-1 0 0,0-1 1 0 0,0 0-1 0 0,0 1 1 0 0,0-1-1 0 0,0 1 1 0 0,-1-1-1 0 0,1 1 1 0 0,0-1-1 0 0,0 1 1 0 0,0-1-1 0 0,0 1 1 0 0,-1-1-1 0 0,1 0 1 0 0,0 1-1 0 0,-1-1 1 0 0,1 1 0 0 0,0-1-1 0 0,-1 0 1 0 0,1 1-1 0 0,0-1 1 0 0,-1 0-1 0 0,0 1 1 0 0,-25 17 3 0 0,20-14 0 0 0,-9 5-3 0 0,-1 0 0 0 0,0-2 0 0 0,0 0 1 0 0,0-1-1 0 0,-1 0 0 0 0,0-1 0 0 0,-19 2 0 0 0,12-1-1 0 0,-21 2 1 0 0,-2-1 0 0 0,-61 1 0 0 0,49-5-4 0 0,45-3-5 0 0,1 0-1 0 0,-1 0 0 0 0,1-2 0 0 0,-1 0 0 0 0,1 0 0 0 0,0-1 1 0 0,-20-7-1 0 0,21 7-5 0 0,-8-2-17 0 0,19 5 30 0 0,1 0 1 0 0,0-1-1 0 0,-1 1 0 0 0,1 0 0 0 0,0-1 1 0 0,0 1-1 0 0,-1 0 0 0 0,1-1 1 0 0,0 1-1 0 0,0 0 0 0 0,-1-1 0 0 0,1 1 1 0 0,0-1-1 0 0,0 1 0 0 0,0-1 1 0 0,0 1-1 0 0,0 0 0 0 0,0-1 0 0 0,0 1 1 0 0,-1-1-1 0 0,1 1 0 0 0,1-1 1 0 0,-1 1-1 0 0,0-1 0 0 0,0 1 0 0 0,0-1 1 0 0,0 1-1 0 0,0 0 0 0 0,0-1 1 0 0,0 1-1 0 0,1-1 0 0 0,-1 1 0 0 0,0 0 1 0 0,0-1-1 0 0,0 1 0 0 0,1-1 1 0 0,-1 1-1 0 0,0 0 0 0 0,1-1 0 0 0,-1 1 1 0 0,1-1-1 0 0,1-3-1 0 0,-2 3 2 0 0,0 0 0 0 0,1 0-1 0 0,-1 0 1 0 0,0 0 0 0 0,1 0 0 0 0,-1 0 0 0 0,1 0 0 0 0,-1 0-1 0 0,1 0 1 0 0,0 0 0 0 0,-1 1 0 0 0,1-1 0 0 0,0 0-1 0 0,0 0 1 0 0,0 1 0 0 0,-1-1 0 0 0,1 0 0 0 0,0 1 0 0 0,0-1-1 0 0,0 1 1 0 0,0-1 0 0 0,0 1 0 0 0,0 0 0 0 0,0-1 0 0 0,1 1-1 0 0,318-111 1 0 0,-157 52 2 0 0,-123 44 29 0 0,1 3 1 0 0,0 1-1 0 0,1 2 1 0 0,0 2-1 0 0,60-3 1 0 0,-100 11-24 0 0,0-1 1 0 0,0 0-1 0 0,0 1 1 0 0,0-1-1 0 0,0 1 1 0 0,-1-1-1 0 0,1 1 1 0 0,0 0-1 0 0,0 0 1 0 0,2 1-1 0 0,-1 4 84 0 0,-13-2-41 0 0,-9-4-27 0 0,14 0-18 0 0,-1 0 1 0 0,1 0-1 0 0,0 0 1 0 0,0 1-1 0 0,-1 0 1 0 0,1 0-1 0 0,-9 3 1 0 0,13-3-6 0 0,-34 12 13 0 0,0-1 1 0 0,-1-2-1 0 0,0-1 1 0 0,-70 7-1 0 0,15-16 16 0 0,-104-14 0 0 0,195 13-30 0 0,-92-11 9 0 0,50 6 0 0 0,-64-3 0 0 0,-175 22 7 0 0,261-12-8 0 0,20-1-8 0 0,0 0 1 0 0,0 0-1 0 0,0 0 1 0 0,0 0-1 0 0,0 0 0 0 0,0-1 1 0 0,0 1-1 0 0,0 0 0 0 0,0 0 1 0 0,0 0-1 0 0,0 0 1 0 0,0 0-1 0 0,0 0 0 0 0,0 0 1 0 0,0 0-1 0 0,0 0 0 0 0,0 0 1 0 0,0 0-1 0 0,0-1 0 0 0,0 1 1 0 0,0 0-1 0 0,0 0 1 0 0,0 0-1 0 0,0 0 0 0 0,0 0 1 0 0,0 0-1 0 0,0 0 0 0 0,0 0 1 0 0,0 0-1 0 0,0 0 0 0 0,0 0 1 0 0,0 0-1 0 0,0 0 1 0 0,0-1-1 0 0,0 1 0 0 0,0 0 1 0 0,0 0-1 0 0,-1 0 0 0 0,1 0 1 0 0,0 0-1 0 0,0 0 1 0 0,0 0-1 0 0,0 0 0 0 0,0 0 1 0 0,0 0-1 0 0,0 0 0 0 0,0 0 1 0 0,0 0-1 0 0,0 0 0 0 0,0 0 1 0 0,-1 0-1 0 0,1 0 1 0 0,0 0-1 0 0,0 0 0 0 0,0 0 1 0 0,0 0-1 0 0,0 0 0 0 0,0 0 1 0 0,0 0-1 0 0,0 0 0 0 0,0 0 1 0 0,0 0-1 0 0,0 0 1 0 0,-1 0-1 0 0,1 1 0 0 0,33-14 16 0 0,21-3-11 0 0,2 2 0 0 0,0 3 0 0 0,65-5 0 0 0,179 1 37 0 0,-161 11-15 0 0,-20 5 35 0 0,227 32-1 0 0,-254-22-30 0 0,-47-7 0 0 0,-1-3 0 0 0,58-5 0 0 0,-33 0 18 0 0,-53 3-26 0 0,0 1-1 0 0,0 0 0 0 0,0 1 0 0 0,0 1 0 0 0,-1 1 1 0 0,1 0-1 0 0,-1 1 0 0 0,29 10 0 0 0,-43-13-19 0 0,0-1 0 0 0,0 1-1 0 0,0-1 1 0 0,0 1 0 0 0,0-1 0 0 0,0 1-1 0 0,0-1 1 0 0,0 1 0 0 0,0 0-1 0 0,-1 0 1 0 0,1-1 0 0 0,0 1-1 0 0,0 0 1 0 0,-1 0 0 0 0,1 0 0 0 0,-1 0-1 0 0,1 0 1 0 0,-1 0 0 0 0,1 0-1 0 0,-1 0 1 0 0,1 0 0 0 0,-1 0 0 0 0,0 0-1 0 0,0 0 1 0 0,1 0 0 0 0,-1 0-1 0 0,0 0 1 0 0,0 0 0 0 0,0 0-1 0 0,0 0 1 0 0,0 1 0 0 0,-1-1 0 0 0,1 0-1 0 0,0 0 1 0 0,0 0 0 0 0,-1 0-1 0 0,1 0 1 0 0,0 0 0 0 0,-1 0 0 0 0,1 0-1 0 0,-1 0 1 0 0,0 0 0 0 0,1 0-1 0 0,-1-1 1 0 0,0 1 0 0 0,1 0-1 0 0,-1 0 1 0 0,-1 1 0 0 0,-6 5 13 0 0,0 1 1 0 0,0-1-1 0 0,-18 12 0 0 0,18-13-7 0 0,-21 14 11 0 0,0-1 1 0 0,-1-2-1 0 0,-1 0 1 0 0,-1-2-1 0 0,0-2 1 0 0,-1-1-1 0 0,-61 15 1 0 0,-107 6 8 0 0,-3 0-5 0 0,47 12-20 0 0,70-18 0 0 0,37-18-2 0 0,41-9-7 0 0,0 2 0 0 0,0-1 0 0 0,0 1 0 0 0,-10 4 1 0 0,36-6-36 0 0,417-14 16 0 0,-109 0 14 0 0,-109 7 10 0 0,183-3 0 0 0,-71 5 0 0 0,167 2 3 0 0,-258 12 26 0 0,-216-7-24 0 0,0 1-1 0 0,37 9 1 0 0,-39-6 9 0 0,0-2 1 0 0,1-1-1 0 0,28 2 0 0 0,-48-5-14 0 0,0 0 1 0 0,0 0-1 0 0,0 0 1 0 0,0 0-1 0 0,0 0 1 0 0,0 0-1 0 0,0 0 1 0 0,0 0-1 0 0,0 0 1 0 0,0 0-1 0 0,0 0 1 0 0,0 1-1 0 0,0-1 1 0 0,-1 0-1 0 0,1 0 1 0 0,0 0-1 0 0,0 0 1 0 0,0 0-1 0 0,0 0 1 0 0,0 0-1 0 0,0 0 1 0 0,0 0-1 0 0,0 0 0 0 0,0 0 1 0 0,0 0-1 0 0,0 0 1 0 0,0 1-1 0 0,0-1 1 0 0,0 0-1 0 0,0 0 1 0 0,0 0-1 0 0,0 0 1 0 0,0 0-1 0 0,0 0 1 0 0,0 0-1 0 0,0 0 1 0 0,0 0-1 0 0,0 0 1 0 0,0 0-1 0 0,0 0 1 0 0,0 1-1 0 0,0-1 1 0 0,0 0-1 0 0,0 0 1 0 0,0 0-1 0 0,1 0 0 0 0,-1 0 1 0 0,0 0-1 0 0,0 0 1 0 0,0 0-1 0 0,0 0 1 0 0,0 0-1 0 0,0 0 1 0 0,0 0-1 0 0,0 0 1 0 0,0 0-1 0 0,0 0 1 0 0,0 0-1 0 0,0 0 1 0 0,0 0-1 0 0,0 0 1 0 0,1 0-1 0 0,-1 0 1 0 0,0 0-1 0 0,-10 8 12 0 0,-16 8 1 0 0,4-5-3 0 0,0 0 0 0 0,-1-1 0 0 0,0-1 0 0 0,-1-1 0 0 0,0-1-1 0 0,-45 6 1 0 0,-159 3-5 0 0,-80 9-39 0 0,95-10-7 0 0,104-10 3 0 0,-157-5-59 0 0,239 1 53 0 0,0-2 1 0 0,0-1-1 0 0,-27-6 0 0 0,53 8 41 0 0,1 0 0 0 0,0 0-1 0 0,-1 0 1 0 0,1 0-1 0 0,0 1 1 0 0,-1-1 0 0 0,1 0-1 0 0,-1-1 1 0 0,1 1-1 0 0,0 0 1 0 0,-1 0-1 0 0,1 0 1 0 0,0 0 0 0 0,-1 0-1 0 0,1 0 1 0 0,0 0-1 0 0,-1 0 1 0 0,1-1 0 0 0,0 1-1 0 0,-1 0 1 0 0,1 0-1 0 0,0 0 1 0 0,0-1 0 0 0,-1 1-1 0 0,1 0 1 0 0,0-1-1 0 0,0 1 1 0 0,-1 0 0 0 0,1 0-1 0 0,0-1 1 0 0,0 1-1 0 0,0 0 1 0 0,0-1 0 0 0,-1 1-1 0 0,1-1 1 0 0,18-6-120 0 0,403-38-59 0 0,-215 28 140 0 0,-70 10 44 0 0,247 19 0 0 0,-242-10 11 0 0,-24-1 22 0 0,-35 2-15 0 0,-24-2 18 0 0,72 11 0 0 0,-86-6-16 0 0,42 8 31 0 0,-77-12-41 0 0,-1 0 0 0 0,1 1 0 0 0,0 1 0 0 0,-1-1 0 0 0,0 2 0 0 0,0-1 0 0 0,9 7 0 0 0,-16-11-8 0 0,0 0 1 0 0,-1 1 0 0 0,1-1-1 0 0,0 1 1 0 0,-1 0 0 0 0,1-1 0 0 0,-1 1-1 0 0,1-1 1 0 0,-1 1 0 0 0,1 0-1 0 0,-1-1 1 0 0,1 1 0 0 0,-1 0-1 0 0,0-1 1 0 0,1 1 0 0 0,-1 0 0 0 0,0 0-1 0 0,1 0 1 0 0,-1-1 0 0 0,0 1-1 0 0,0 0 1 0 0,0 0 0 0 0,0 0-1 0 0,0-1 1 0 0,0 1 0 0 0,0 2-1 0 0,-1-2 1 0 0,1 1 0 0 0,-1-1 0 0 0,0 1-1 0 0,0-1 1 0 0,0 0 0 0 0,0 1 0 0 0,0-1-1 0 0,0 0 1 0 0,0 0 0 0 0,0 0 0 0 0,0 1-1 0 0,-3 0 1 0 0,-4 3 11 0 0,0 0 0 0 0,0-1 0 0 0,-17 7 0 0 0,17-8-8 0 0,-1 0-1 0 0,0-1 1 0 0,0 0 0 0 0,0-1 0 0 0,-18 1 0 0 0,-9 1 6 0 0,-16 5-4 0 0,-141 14 9 0 0,52-14-11 0 0,-144 3-10 0 0,255-11-3 0 0,-298 13-85 0 0,323-12 80 0 0,1-1 1 0 0,0 1-1 0 0,0-1 1 0 0,0 0-1 0 0,0 0 1 0 0,0 0-1 0 0,0 0 1 0 0,-1-1-1 0 0,1 1 0 0 0,0-1 1 0 0,0 0-1 0 0,0-1 1 0 0,0 1-1 0 0,1-1 1 0 0,-1 1-1 0 0,0-1 1 0 0,-4-4-1 0 0,63-7-134 0 0,284-32 149 0 0,-256 38 5 0 0,437-19 91 0 0,-402 25-75 0 0,-60-1-1 0 0,0 3-1 0 0,62 8 0 0 0,221 52 146 0 0,-338-60-166 0 0,0-1 0 0 0,0 1 0 0 0,1 0-1 0 0,-1 0 1 0 0,0 1 0 0 0,0-1 0 0 0,0 1 0 0 0,0-1-1 0 0,0 1 1 0 0,-1 0 0 0 0,4 2 0 0 0,-6-4-3 0 0,0 1 0 0 0,0-1 1 0 0,0 0-1 0 0,1 0 0 0 0,-1 1 0 0 0,0-1 1 0 0,0 0-1 0 0,0 1 0 0 0,0-1 1 0 0,0 0-1 0 0,0 1 0 0 0,0-1 1 0 0,0 0-1 0 0,0 1 0 0 0,0-1 0 0 0,0 0 1 0 0,0 1-1 0 0,0-1 0 0 0,0 0 1 0 0,0 0-1 0 0,0 1 0 0 0,0-1 1 0 0,-1 0-1 0 0,1 1 0 0 0,0-1 1 0 0,0 0-1 0 0,0 0 0 0 0,0 1 0 0 0,-1-1 1 0 0,1 0-1 0 0,0 0 0 0 0,0 1 1 0 0,0-1-1 0 0,-1 0 0 0 0,1 0 1 0 0,0 0-1 0 0,-1 1 0 0 0,1-1 0 0 0,0 0 1 0 0,0 0-1 0 0,-1 0 0 0 0,1 0 1 0 0,0 0-1 0 0,-1 0 0 0 0,-27 9 5 0 0,-43 0-7 0 0,-126-1 1 0 0,-82-20-12 0 0,151 4-1 0 0,-455-31-220 0 0,572 38 228 0 0,-23 1-21 0 0,-1-2 1 0 0,1-2-1 0 0,0-1 0 0 0,-58-16 1 0 0,65 16 5 0 0,23 4 14 0 0,-1 1 0 0 0,1-1 0 0 0,0 0 0 0 0,-1 0 0 0 0,1-1 0 0 0,-7-2 0 0 0,10 3 5 0 0,0 0-1 0 0,0 1 1 0 0,0-1-1 0 0,1 0 1 0 0,-1 1-1 0 0,0-1 1 0 0,1 0-1 0 0,-1 0 1 0 0,1 0 0 0 0,-1 0-1 0 0,1 1 1 0 0,-1-1-1 0 0,1 0 1 0 0,-1 0-1 0 0,1 0 1 0 0,0 0-1 0 0,0 0 1 0 0,0 0-1 0 0,-1 0 1 0 0,1 0-1 0 0,0 0 1 0 0,0 0-1 0 0,0 0 1 0 0,0 0-1 0 0,1 0 1 0 0,-1 0-1 0 0,0 0 1 0 0,0 0-1 0 0,1 0 1 0 0,-1 0-1 0 0,0 0 1 0 0,1 0-1 0 0,-1 0 1 0 0,2-1-1 0 0,0-2 2 0 0,1 1-1 0 0,0 0 1 0 0,-1 0-1 0 0,1 0 1 0 0,1 0-1 0 0,-1 0 1 0 0,0 0-1 0 0,1 1 1 0 0,0 0-1 0 0,-1 0 0 0 0,1 0 1 0 0,0 0-1 0 0,6-2 1 0 0,7-4-1 0 0,16-9 1 0 0,2 1 0 0 0,-1 2 0 0 0,2 1 0 0 0,68-15 0 0 0,-23 14 0 0 0,97-5 0 0 0,-125 15 2 0 0,158-6 14 0 0,37 25 52 0 0,-208-12-50 0 0,-24-2-2 0 0,-1 0-1 0 0,24 7 1 0 0,-37-8-11 0 0,0 0 0 0 0,0 1 0 0 0,0-1 1 0 0,0 1-1 0 0,0 0 0 0 0,0-1 0 0 0,0 1 1 0 0,0 0-1 0 0,0 0 0 0 0,0 0 0 0 0,0 0 1 0 0,0 1-1 0 0,0-1 0 0 0,-1 0 0 0 0,1 1 1 0 0,-1 0-1 0 0,1-1 0 0 0,-1 1 0 0 0,1 0 1 0 0,-1-1-1 0 0,0 1 0 0 0,0 0 0 0 0,0 0 1 0 0,0 0-1 0 0,0 0 0 0 0,0 0 0 0 0,0 4 1 0 0,-1-3 13 0 0,0-2-16 0 0,0-1 1 0 0,0 1-1 0 0,0 0 1 0 0,0-1-1 0 0,0 1 1 0 0,0 0-1 0 0,0 0 1 0 0,0-1-1 0 0,0 1 1 0 0,0 0-1 0 0,0-1 1 0 0,0 1 0 0 0,-1 0-1 0 0,1-1 1 0 0,0 1-1 0 0,-1 0 1 0 0,1-1-1 0 0,0 1 1 0 0,-1-1-1 0 0,1 1 1 0 0,-1-1-1 0 0,1 1 1 0 0,-1-1-1 0 0,1 1 1 0 0,-1-1-1 0 0,1 1 1 0 0,-1-1 0 0 0,0 1-1 0 0,1-1 1 0 0,-1 0-1 0 0,1 1 1 0 0,-1-1-1 0 0,0 0 1 0 0,0 0-1 0 0,-15 7 18 0 0,1-2 0 0 0,-1 0 0 0 0,-1-1-1 0 0,1 0 1 0 0,-26 1 0 0 0,3 1-8 0 0,-117 12 47 0 0,1-1-34 0 0,63-3-14 0 0,-117 3 0 0 0,149-11-12 0 0,43-3 0 0 0,1-1-1 0 0,-21-1 0 0 0,36-1 0 0 0,1 0 0 0 0,-1-1 1 0 0,0 1-1 0 0,0 0 0 0 0,1 0 0 0 0,-1 0 1 0 0,0 0-1 0 0,1 0 0 0 0,-1 0 1 0 0,0 0-1 0 0,0 0 0 0 0,1 0 1 0 0,-1 1-1 0 0,0-1 0 0 0,1 0 0 0 0,-1 0 1 0 0,0 1-1 0 0,1-1 0 0 0,-1 0 1 0 0,0 1-1 0 0,1-1 0 0 0,-1 1 1 0 0,1-1-1 0 0,-1 1 0 0 0,1-1 0 0 0,-2 1 1 0 0,3 0-1 0 0,0-1-1 0 0,0 1 1 0 0,0-1 0 0 0,0 1 0 0 0,0-1 0 0 0,0 1-1 0 0,0-1 1 0 0,0 0 0 0 0,0 1 0 0 0,0-1 0 0 0,0 0-1 0 0,0 0 1 0 0,0 0 0 0 0,0 0 0 0 0,0 0 0 0 0,0 0-1 0 0,0 0 1 0 0,0 0 0 0 0,0 0 0 0 0,0-1 0 0 0,2 0-1 0 0,177-22-13 0 0,309-33-10 0 0,-397 50 26 0 0,-22 2 5 0 0,131-25 1 0 0,-69 5 9 0 0,-113 22-11 0 0,0 0 0 0 0,1 2 1 0 0,-1 0-1 0 0,36 6 0 0 0,-26-2 2 0 0,-19-3-1 0 0,-1 0-1 0 0,1 1 1 0 0,-1 0-1 0 0,1 1 1 0 0,8 3-1 0 0,-18-6-4 0 0,1 0 0 0 0,-1 0-1 0 0,0 1 1 0 0,1-1-1 0 0,-1 0 1 0 0,1 0 0 0 0,-1 0-1 0 0,0 1 1 0 0,1-1 0 0 0,-1 0-1 0 0,0 1 1 0 0,1-1-1 0 0,-1 0 1 0 0,0 1 0 0 0,0-1-1 0 0,1 0 1 0 0,-1 1 0 0 0,0-1-1 0 0,0 0 1 0 0,1 1-1 0 0,-1-1 1 0 0,0 1 0 0 0,0-1-1 0 0,0 1 1 0 0,0-1 0 0 0,0 0-1 0 0,0 1 1 0 0,0-1-1 0 0,0 1 1 0 0,0-1 0 0 0,0 1-1 0 0,0-1 1 0 0,0 0 0 0 0,0 1-1 0 0,0-1 1 0 0,0 1-1 0 0,0-1 1 0 0,0 1 0 0 0,0-1-1 0 0,-1 1 1 0 0,0 0 1 0 0,0 1-1 0 0,0-1 1 0 0,0 0 0 0 0,0 0 0 0 0,0 0 0 0 0,0 0-1 0 0,-1 0 1 0 0,1 0 0 0 0,0 0 0 0 0,-1-1 0 0 0,1 1-1 0 0,-1 0 1 0 0,-1 0 0 0 0,-51 20 21 0 0,6-1-7 0 0,-62 16 0 0 0,54-22-6 0 0,17-2 5 0 0,-1-3 0 0 0,-56 7 1 0 0,-187 22-10 0 0,235-22-20 0 0,41-13 2 0 0,-1 0 1 0 0,0 0-1 0 0,0-1 1 0 0,-9 2-1 0 0,7-3-10 0 0,9-1-24 0 0,6-4 8 0 0,-2 2 31 0 0,1 0 0 0 0,0 0 0 0 0,0 0-1 0 0,0 0 1 0 0,0 1 0 0 0,0 0 0 0 0,0 0 0 0 0,0 0 0 0 0,0 0 0 0 0,0 0 0 0 0,0 1 0 0 0,6 0 0 0 0,7-2-1 0 0,7-1 1 0 0,154-28-23 0 0,-150 24 26 0 0,0-1 0 0 0,-1-1 0 0 0,0-2-1 0 0,32-16 1 0 0,-10 0 4 0 0,118-67 0 0 0,-149 84 0 0 0,1 0 0 0 0,0 1 1 0 0,23-6-1 0 0,-28 10 3 0 0,-1 0 1 0 0,1-1 0 0 0,-1 0 0 0 0,0-1-1 0 0,20-14 1 0 0,-19 6 3 0 0,-14 15-6 0 0,0-1 0 0 0,1 1 0 0 0,-1 0 0 0 0,0-1 0 0 0,0 1 0 0 0,0-1 0 0 0,0 1 0 0 0,0-1 0 0 0,0 1 0 0 0,0-1 0 0 0,0 1 0 0 0,0-1 0 0 0,0 1 0 0 0,0 0 0 0 0,0-1 0 0 0,0 1 0 0 0,0-1 0 0 0,0 1 0 0 0,0-1 0 0 0,-1 1 0 0 0,1 0 0 0 0,0-1 0 0 0,0 1 0 0 0,0-1 0 0 0,-1 1 0 0 0,1 0 0 0 0,-1-1 0 0 0,-3-2 4 0 0,-1 0 0 0 0,0 1-1 0 0,0 0 1 0 0,0 0 0 0 0,0 0 0 0 0,0 0-1 0 0,0 1 1 0 0,0 0 0 0 0,-10-1 0 0 0,-73-11 30 0 0,-164-2 0 0 0,13 5 35 0 0,150 2-67 0 0,42 2 0 0 0,0 3-1 0 0,-67 3 0 0 0,-77 8-27 0 0,142-7-62 0 0,86-5 87 0 0,-4-1 0 0 0,186-20 0 0 0,-163 21 0 0 0,0 2 0 0 0,71 7 0 0 0,-85-1 0 0 0,0-2 0 0 0,0-2 0 0 0,60-6 0 0 0,114-4 18 0 0,-184 11-11 0 0,-21 0 1 0 0,0-1 0 0 0,0 0 0 0 0,12-2-1 0 0,-14-1 15 0 0,-11 0 10 0 0,-18 0-15 0 0,-103 11-14 0 0,123-8-3 0 0,-68 7 2 0 0,0-4 0 0 0,-81-6 0 0 0,131 1-2 0 0,-244-18 1 0 0,195 18-4 0 0,0 3-1 0 0,-67 11 1 0 0,114-9 0 0 0,16-1-2 0 0,-1-1 0 0 0,0 0 0 0 0,0-1 0 0 0,0 1 1 0 0,0-1-1 0 0,0 0 0 0 0,0 0 0 0 0,0-1 0 0 0,-7 0 0 0 0,12 1 3 0 0,0 0 1 0 0,0 0-1 0 0,-1-1 0 0 0,1 1 1 0 0,0 0-1 0 0,0 0 1 0 0,0 0-1 0 0,0 0 0 0 0,-1 0 1 0 0,1 0-1 0 0,0 0 0 0 0,0 0 1 0 0,0 0-1 0 0,0 0 0 0 0,0 0 1 0 0,0-1-1 0 0,-1 1 1 0 0,1 0-1 0 0,0 0 0 0 0,0 0 1 0 0,0 0-1 0 0,0 0 0 0 0,0 0 1 0 0,0-1-1 0 0,0 1 1 0 0,0 0-1 0 0,0 0 0 0 0,0 0 1 0 0,0 0-1 0 0,0 0 0 0 0,0-1 1 0 0,0 1-1 0 0,0 0 0 0 0,0 0 1 0 0,0 0-1 0 0,0 0 1 0 0,0-1-1 0 0,0 1 0 0 0,0 0 1 0 0,0 0-1 0 0,0 0 0 0 0,0 0 1 0 0,0-1-1 0 0,0 1 0 0 0,0 0 1 0 0,0 0-1 0 0,0 0 1 0 0,0 0-1 0 0,0 0 0 0 0,0 0 1 0 0,0-1-1 0 0,1 1 0 0 0,-1 0 1 0 0,0 0-1 0 0,0 0 1 0 0,0 0-1 0 0,0 0 0 0 0,0 0 1 0 0,1 0-1 0 0,-1 0 0 0 0,0-1 1 0 0,0 1-1 0 0,18-10-23 0 0,29-10 27 0 0,-44 19-8 0 0,9-3 3 0 0,0 1-1 0 0,0 0 1 0 0,13-2 0 0 0,80-11-3 0 0,1 4 0 0 0,126 2 0 0 0,-163 10 6 0 0,133-16 0 0 0,-162 11 2 0 0,9-3 6 0 0,60 0 1 0 0,-88 7 17 0 0,-12 0-6 0 0,-11 2 45 0 0,-412 57-5 0 0,159-57-51 0 0,176-3-6 0 0,0 2 0 0 0,-86 13 0 0 0,137-8-2 0 0,17-3-2 0 0,0 0 1 0 0,0-1 0 0 0,0 0-1 0 0,-18-1 1 0 0,14 0-6 0 0,-23-2-12 0 0,1-1-1 0 0,-48-11 1 0 0,166-6-75 0 0,-14 2 90 0 0,-23 8-1 0 0,80-9 0 0 0,329-2 2 0 0,-253 17 2 0 0,11 0 10 0 0,-199 5-5 0 0,0 0 0 0 0,0 1 0 0 0,-1 0 0 0 0,1 1 0 0 0,-1 1 0 0 0,0-1 0 0 0,0 2 0 0 0,0-1 0 0 0,-1 2 0 0 0,1-1 0 0 0,-1 1 0 0 0,-1 1 0 0 0,14 11 0 0 0,-21-17-4 0 0,-1 0-1 0 0,0 0 1 0 0,0 0-1 0 0,0 0 1 0 0,0 1 0 0 0,0-1-1 0 0,-1 0 1 0 0,1 0-1 0 0,0 1 1 0 0,0-1-1 0 0,-1 1 1 0 0,1-1-1 0 0,-1 0 1 0 0,1 1-1 0 0,-1-1 1 0 0,0 1-1 0 0,0-1 1 0 0,1 1-1 0 0,-1-1 1 0 0,0 1 0 0 0,0-1-1 0 0,-1 1 1 0 0,1-1-1 0 0,0 1 1 0 0,0-1-1 0 0,-1 1 1 0 0,1-1-1 0 0,-1 1 1 0 0,1-1-1 0 0,-1 0 1 0 0,1 1-1 0 0,-1-1 1 0 0,0 0 0 0 0,0 1-1 0 0,0-1 1 0 0,0 0-1 0 0,0 0 1 0 0,0 0-1 0 0,-2 2 1 0 0,-6 6 3 0 0,0-1 1 0 0,-1 0 0 0 0,-20 13-1 0 0,28-19-4 0 0,-29 17 2 0 0,-1-2 0 0 0,-1-1 0 0 0,-61 20 0 0 0,38-18 2 0 0,-95 16 0 0 0,105-24-15 0 0,30-6 4 0 0,16-3 6 0 0,0-1 1 0 0,0 0 0 0 0,0 0-1 0 0,0 0 1 0 0,0 0-1 0 0,0 0 1 0 0,0 0-1 0 0,0 0 1 0 0,0 0 0 0 0,0 0-1 0 0,0 0 1 0 0,0 0-1 0 0,0 0 1 0 0,0 0-1 0 0,0 0 1 0 0,0 0-1 0 0,0 1 1 0 0,0-1 0 0 0,0 0-1 0 0,0 0 1 0 0,0 0-1 0 0,0 0 1 0 0,0 0-1 0 0,0 0 1 0 0,0 0-1 0 0,0 0 1 0 0,0 0 0 0 0,0 0-1 0 0,0 0 1 0 0,0 0-1 0 0,286-11 0 0 0,-219 4 7 0 0,0-4-1 0 0,89-24 0 0 0,-119 22 1 0 0,-25 8 0 0 0,0 0 0 0 0,0 2 0 0 0,1-1 0 0 0,-1 1-1 0 0,19-1 1 0 0,-30 4 2 0 0,8-2 3 0 0,-24-1 13 0 0,-54-7-19 0 0,8 1-1 0 0,-93-1 0 0 0,121 10-4 0 0,-90 3-6 0 0,103-1 5 0 0,1 0-1 0 0,-1 1 1 0 0,1 1-1 0 0,-26 9 1 0 0,37-8-11 0 0,-1-1 0 0 0,1 1 0 0 0,-1 1 0 0 0,1 0 0 0 0,1 0 0 0 0,-1 0 0 0 0,-10 13 0 0 0,14-15-7 0 0,4-4 18 0 0,0 0-1 0 0,0 1 1 0 0,-1-1-1 0 0,1 0 1 0 0,0 0-1 0 0,0 0 0 0 0,0 1 1 0 0,-1-1-1 0 0,1 0 1 0 0,0 0-1 0 0,0 1 1 0 0,0-1-1 0 0,0 0 1 0 0,0 0-1 0 0,0 1 0 0 0,0-1 1 0 0,0 0-1 0 0,-1 0 1 0 0,1 1-1 0 0,0-1 1 0 0,0 0-1 0 0,0 0 1 0 0,0 1-1 0 0,0-1 1 0 0,1 0-1 0 0,-1 1 0 0 0,0-1 1 0 0,0 0-1 0 0,0 0 1 0 0,0 1-1 0 0,0-1 1 0 0,0 0-1 0 0,0 0 1 0 0,0 1-1 0 0,1-1 0 0 0,-1 0 1 0 0,0 0-1 0 0,0 1 1 0 0,0-1-1 0 0,0 0 1 0 0,1 0-1 0 0,-1 0 1 0 0,0 0-1 0 0,0 1 1 0 0,1-1-1 0 0,-1 0 0 0 0,0 0 1 0 0,0 0-1 0 0,1 0 1 0 0,-1 0-1 0 0,0 0 1 0 0,0 0-1 0 0,1 1 1 0 0,-1-1-1 0 0,0 0 0 0 0,0 0 1 0 0,1 0-1 0 0,-1 0 1 0 0,1 0-1 0 0,30 5-14 0 0,56 0 15 0 0,0-3 1 0 0,0-5-1 0 0,104-15 0 0 0,-162 14 3 0 0,2 0 3 0 0,0-1-1 0 0,0-1 0 0 0,0-2 1 0 0,31-12-1 0 0,-32 5 31 0 0,-29 15-29 0 0,0-1-1 0 0,0 0 0 0 0,0 1 0 0 0,0-1 0 0 0,0 0 0 0 0,0 0 0 0 0,0 0 0 0 0,-1 1 1 0 0,1-1-1 0 0,0 0 0 0 0,0 0 0 0 0,-1 0 0 0 0,1 0 0 0 0,0-1 0 0 0,-1 1 0 0 0,1 0 0 0 0,-1 0 1 0 0,0 0-1 0 0,1 0 0 0 0,-1-2 0 0 0,0 3 35 0 0,-92-14 24 0 0,64 15-60 0 0,-1 1 1 0 0,1 1-1 0 0,-35 8 0 0 0,58-9-5 0 0,1 1-1 0 0,-1-1 0 0 0,1 1 1 0 0,0 0-1 0 0,-1 0 0 0 0,2 0 1 0 0,-1 1-1 0 0,0-1 0 0 0,-6 9 1 0 0,-13 11-15 0 0,22-22 14 0 0,0-1 0 0 0,-1 1-1 0 0,1 0 1 0 0,-1 0 0 0 0,1 1-1 0 0,0-1 1 0 0,0 0-1 0 0,0 0 1 0 0,-1 1 0 0 0,1-1-1 0 0,1 0 1 0 0,-1 1 0 0 0,0-1-1 0 0,0 1 1 0 0,0-1 0 0 0,1 1-1 0 0,-1-1 1 0 0,1 1 0 0 0,-1 0-1 0 0,1-1 1 0 0,0 1 0 0 0,-1 0-1 0 0,1-1 1 0 0,0 1-1 0 0,0 0 1 0 0,0 0 0 0 0,1-1-1 0 0,-1 1 1 0 0,0 0 0 0 0,1-1-1 0 0,-1 1 1 0 0,1 0 0 0 0,-1-1-1 0 0,1 1 1 0 0,0-1 0 0 0,-1 1-1 0 0,1-1 1 0 0,0 1 0 0 0,0-1-1 0 0,0 0 1 0 0,0 1-1 0 0,0-1 1 0 0,1 0 0 0 0,-1 0-1 0 0,0 0 1 0 0,1 0 0 0 0,-1 0-1 0 0,1 0 1 0 0,-1 0 0 0 0,1 0-1 0 0,-1-1 1 0 0,1 1 0 0 0,-1 0-1 0 0,1-1 1 0 0,0 0 0 0 0,-1 1-1 0 0,1-1 1 0 0,0 0-1 0 0,-1 0 1 0 0,1 0 0 0 0,0 0-1 0 0,-1 0 1 0 0,4 0 0 0 0,1 0 2 0 0,0 0 0 0 0,0 0 0 0 0,0 0 1 0 0,1-1-1 0 0,-1 0 0 0 0,0 0 0 0 0,0-1 1 0 0,0 1-1 0 0,0-1 0 0 0,0-1 0 0 0,-1 1 1 0 0,1-1-1 0 0,-1 0 0 0 0,1 0 0 0 0,-1-1 1 0 0,0 1-1 0 0,0-1 0 0 0,-1 0 0 0 0,1 0 0 0 0,-1-1 1 0 0,8-9-1 0 0,2-8 16 0 0,-1 0 0 0 0,-1-1 1 0 0,0 0-1 0 0,-2-1 0 0 0,14-48 0 0 0,-18 39 78 0 0,-6 33-92 0 0,0-1 0 0 0,0 1-1 0 0,0 0 1 0 0,0 0 0 0 0,0 0-1 0 0,0-1 1 0 0,0 1 0 0 0,0 0-1 0 0,0 0 1 0 0,0 0 0 0 0,0 0-1 0 0,0-1 1 0 0,0 1 0 0 0,0 0-1 0 0,0 0 1 0 0,0 0 0 0 0,0-1 0 0 0,0 1-1 0 0,0 0 1 0 0,0 0 0 0 0,0 0-1 0 0,0 0 1 0 0,0 0 0 0 0,-1-1-1 0 0,1 1 1 0 0,0 0 0 0 0,0 0-1 0 0,0 0 1 0 0,0 0 0 0 0,0 0-1 0 0,0 0 1 0 0,-1-1 0 0 0,1 1-1 0 0,0 0 1 0 0,0 0 0 0 0,0 0-1 0 0,0 0 1 0 0,-1 0 0 0 0,1 0-1 0 0,0 0 1 0 0,0 0 0 0 0,0 0-1 0 0,-1 0 1 0 0,1 0 0 0 0,0 0-1 0 0,-15 14 28 0 0,4 1-29 0 0,1 0 0 0 0,1 1 0 0 0,0 0 0 0 0,1 1 0 0 0,0 0-1 0 0,2 0 1 0 0,0 0 0 0 0,-4 22 0 0 0,9-32-7 0 0,0-1-1 0 0,1 0 1 0 0,-1 1-1 0 0,1-1 1 0 0,1 1 0 0 0,0-1-1 0 0,-1 0 1 0 0,2 1-1 0 0,-1-1 1 0 0,1 0-1 0 0,0 0 1 0 0,3 7 0 0 0,1-1-12 0 0,0 0 0 0 0,1-1 0 0 0,1 1 0 0 0,13 15 0 0 0,-21-27 19 0 0,1 1 0 0 0,-1-1 0 0 0,0 0 1 0 0,0 0-1 0 0,1 1 0 0 0,-1-1 0 0 0,0 0 0 0 0,0 0 0 0 0,1 1 0 0 0,-1-1 0 0 0,0 0 0 0 0,1 0 0 0 0,-1 0 0 0 0,0 0 0 0 0,1 0 0 0 0,-1 1 0 0 0,1-1 0 0 0,-1 0 0 0 0,0 0 1 0 0,1 0-1 0 0,-1 0 0 0 0,0 0 0 0 0,1 0 0 0 0,-1 0 0 0 0,0 0 0 0 0,1 0 0 0 0,-1-1 0 0 0,1 1 0 0 0,-1 0 0 0 0,0 0 0 0 0,1 0 0 0 0,-1 0 0 0 0,0 0 0 0 0,1-1 0 0 0,-1 1 1 0 0,13-14 4 0 0,5-23 9 0 0,-18 36-13 0 0,9-20 26 0 0,-1 0 0 0 0,6-24 0 0 0,-14 44-25 0 0,0 0-1 0 0,0 1 0 0 0,0-1 0 0 0,0 0 0 0 0,0 0 1 0 0,0 1-1 0 0,0-1 0 0 0,0 0 0 0 0,0 0 0 0 0,0 1 1 0 0,0-1-1 0 0,0 0 0 0 0,0 0 0 0 0,0 1 0 0 0,-1-1 1 0 0,1 0-1 0 0,0 1 0 0 0,-1-1 0 0 0,1 0 0 0 0,0 1 1 0 0,-1-1-1 0 0,1 1 0 0 0,-1-1 0 0 0,1 1 0 0 0,-2-2 1 0 0,1 2-1 0 0,0-1 0 0 0,-1 0 0 0 0,1 1 1 0 0,-1-1-1 0 0,0 1 0 0 0,1-1 1 0 0,-1 1-1 0 0,1 0 0 0 0,-1-1 0 0 0,0 1 1 0 0,1 0-1 0 0,-1 0 0 0 0,-3 1 1 0 0,-1-1 0 0 0,-27 3 5 0 0,-38 6 0 0 0,61-7-6 0 0,1 0-1 0 0,-1 1 1 0 0,1 0 0 0 0,0 1-1 0 0,0-1 1 0 0,0 2 0 0 0,1-1-1 0 0,-1 1 1 0 0,-9 8-1 0 0,17-12 0 0 0,-1 0-1 0 0,0 1 1 0 0,1-1 0 0 0,-1 1-1 0 0,1 0 1 0 0,0 0-1 0 0,0-1 1 0 0,-1 1-1 0 0,1 0 1 0 0,0 0-1 0 0,1 0 1 0 0,-1 0 0 0 0,0 0-1 0 0,0 0 1 0 0,1 1-1 0 0,-1-1 1 0 0,1 0-1 0 0,0 0 1 0 0,0 4-1 0 0,0-2 0 0 0,1 0-1 0 0,0 0 0 0 0,0 0 1 0 0,0 0-1 0 0,0 0 0 0 0,1 0 1 0 0,0 0-1 0 0,-1-1 0 0 0,6 8 1 0 0,2 1-3 0 0,1 1 1 0 0,1-2-1 0 0,0 1 1 0 0,14 11 0 0 0,-4-6-3 0 0,0-1 0 0 0,1 0 0 0 0,0-2 0 0 0,2 0 0 0 0,0-2 0 0 0,0-1 0 0 0,1 0 0 0 0,43 11 0 0 0,-64-21 6 0 0,1-1 0 0 0,-1 1 0 0 0,1-1 0 0 0,0 0 0 0 0,-1 0 0 0 0,1 0 0 0 0,-1-1 0 0 0,1 0 0 0 0,-1 1 0 0 0,1-2 0 0 0,-1 1 0 0 0,1 0 0 0 0,-1-1 0 0 0,0 0 0 0 0,8-4 0 0 0,-1-2 0 0 0,0-1 0 0 0,0 1 0 0 0,16-18 0 0 0,-21 19 0 0 0,-1 1 0 0 0,1 0 0 0 0,-2 0 0 0 0,1 0 0 0 0,-1-1 0 0 0,0 0-1 0 0,-1 0 1 0 0,1 0 0 0 0,-1-1 0 0 0,-1 1 0 0 0,3-11 0 0 0,-3 13 1 0 0,-1-1 0 0 0,0 0 1 0 0,0 1-1 0 0,-1-1 0 0 0,0 0 0 0 0,0 0 1 0 0,0 1-1 0 0,-1-1 0 0 0,0 0 0 0 0,0 0 1 0 0,0 1-1 0 0,-1-1 0 0 0,1 1 0 0 0,-5-9 1 0 0,4 11-1 0 0,0 0 0 0 0,0 1 0 0 0,0-1 0 0 0,-1 1 0 0 0,1-1 0 0 0,-1 1 1 0 0,1 0-1 0 0,-1 0 0 0 0,0 0 0 0 0,0 0 0 0 0,0 0 0 0 0,0 1 0 0 0,0-1 1 0 0,0 1-1 0 0,-1 0 0 0 0,1 0 0 0 0,0 0 0 0 0,-1 0 0 0 0,1 1 0 0 0,-1-1 1 0 0,1 1-1 0 0,0 0 0 0 0,-1 0 0 0 0,1 0 0 0 0,-1 0 0 0 0,-4 2 0 0 0,-1-1-2 0 0,0 1 0 0 0,0 1 0 0 0,0-1 0 0 0,0 1-1 0 0,1 1 1 0 0,-1-1 0 0 0,1 1 0 0 0,-13 9 0 0 0,-31 30-24 0 0,38-30-2 0 0,0-1 0 0 0,-1-1 0 0 0,-30 18-1 0 0,40-25-25 0 0,0-1 1 0 0,1 1-1 0 0,-1 0 0 0 0,1 0 0 0 0,0 1 0 0 0,0-1 0 0 0,-3 6 1 0 0,12-10 55 0 0,-1-1 0 0 0,0 0 0 0 0,1 0 0 0 0,-1 0 0 0 0,0 0 0 0 0,0-1 0 0 0,1 0 0 0 0,-1 0 0 0 0,-1 0 0 0 0,1 0 0 0 0,0-1 0 0 0,0 1 0 0 0,-1-1 0 0 0,0 0 0 0 0,1 0 0 0 0,-1 0 0 0 0,4-6 0 0 0,11-14 55 0 0,-18 23-58 0 0,0 0 0 0 0,0 0 1 0 0,0 0-1 0 0,0 0 0 0 0,0 0 1 0 0,0-1-1 0 0,0 1 1 0 0,0 0-1 0 0,0 0 0 0 0,0 0 1 0 0,0 0-1 0 0,0-1 0 0 0,0 1 1 0 0,0 0-1 0 0,0 0 0 0 0,0 0 1 0 0,0 0-1 0 0,0 0 0 0 0,-1-1 1 0 0,1 1-1 0 0,0 0 1 0 0,0 0-1 0 0,0 0 0 0 0,0 0 1 0 0,0 0-1 0 0,0 0 0 0 0,0 0 1 0 0,0-1-1 0 0,-1 1 0 0 0,1 0 1 0 0,0 0-1 0 0,0 0 1 0 0,0 0-1 0 0,0 0 0 0 0,0 0 1 0 0,0 0-1 0 0,-1 0 0 0 0,1 0 1 0 0,0 0-1 0 0,0 0 0 0 0,0 0 1 0 0,0 0-1 0 0,-1 0 0 0 0,1 0 1 0 0,0 0-1 0 0,0 0 1 0 0,0 0-1 0 0,0 0 0 0 0,0 0 1 0 0,-1 0-1 0 0,1 0 0 0 0,0 0 1 0 0,0 0-1 0 0,0 0 0 0 0,0 0 1 0 0,0 0-1 0 0,-1 0 0 0 0,1 0 1 0 0,0 1-1 0 0,-2-1 3 0 0,-16 1-3 0 0,1 0 0 0 0,-1 2 0 0 0,1 0 0 0 0,-1 1 1 0 0,-28 11-1 0 0,-81 42-57 0 0,117-52 47 0 0,0 0 0 0 0,1 2 0 0 0,-12 8 0 0 0,18-13 1 0 0,1 0 0 0 0,-1 1 1 0 0,0-1-1 0 0,1 1 1 0 0,0-1-1 0 0,-1 1 1 0 0,1 0-1 0 0,0 0 0 0 0,1 0 1 0 0,-1 0-1 0 0,0 1 1 0 0,1-1-1 0 0,-2 6 1 0 0,3-8 3 0 0,0 0 1 0 0,1 0 0 0 0,-1 0-1 0 0,0 0 1 0 0,0 0 0 0 0,1 0-1 0 0,-1-1 1 0 0,1 1 0 0 0,-1 0-1 0 0,1 0 1 0 0,-1 0 0 0 0,1 0-1 0 0,0-1 1 0 0,-1 1-1 0 0,1 0 1 0 0,0 0 0 0 0,0-1-1 0 0,-1 1 1 0 0,1-1 0 0 0,0 1-1 0 0,0-1 1 0 0,0 1 0 0 0,0-1-1 0 0,1 1 1 0 0,27 11-21 0 0,-23-9 16 0 0,19 5-3 0 0,1-1 1 0 0,0-1-1 0 0,32 2 0 0 0,-47-6 8 0 0,4-1-1 0 0,0-1 0 0 0,1 0 0 0 0,-1-1 0 0 0,1 0 0 0 0,-1-2 0 0 0,0 0 0 0 0,0 0 0 0 0,0-1 0 0 0,-1-1 0 0 0,1-1 0 0 0,-1 0 0 0 0,0-1 0 0 0,-1 0 0 0 0,0-1 0 0 0,0-1 0 0 0,19-16 0 0 0,-2-10-15 0 0,-28 33 17 0 0,-1 0 0 0 0,0 0 0 0 0,0 0 0 0 0,1 0 1 0 0,-1 0-1 0 0,0 0 0 0 0,-1 0 0 0 0,1 0 0 0 0,0 0 1 0 0,-1-1-1 0 0,1 1 0 0 0,-1 0 0 0 0,1-1 0 0 0,-1 1 1 0 0,0 0-1 0 0,0-4 0 0 0,-1 5 2 0 0,0 1-1 0 0,0-1 1 0 0,1 0 0 0 0,-1 1-1 0 0,0-1 1 0 0,0 1 0 0 0,0-1 0 0 0,1 1-1 0 0,-1 0 1 0 0,0-1 0 0 0,0 1-1 0 0,0 0 1 0 0,0 0 0 0 0,0-1-1 0 0,0 1 1 0 0,0 0 0 0 0,0 0 0 0 0,0 0-1 0 0,1 0 1 0 0,-3 1 0 0 0,-19 0-11 0 0,-344 58-44 0 0,334-53-16 0 0,-2-1 0 0 0,-52 1 0 0 0,86-6 72 0 0,-1 0 0 0 0,1 0-1 0 0,0 0 1 0 0,0 0 0 0 0,0 0-1 0 0,0 0 1 0 0,-1 0 0 0 0,1 0 0 0 0,0 0-1 0 0,0 0 1 0 0,0 0 0 0 0,0 0-1 0 0,-1 0 1 0 0,1 0 0 0 0,0 0-1 0 0,0 0 1 0 0,0 0 0 0 0,0 1-1 0 0,0-1 1 0 0,-1 0 0 0 0,1 0 0 0 0,0 0-1 0 0,0 0 1 0 0,0 0 0 0 0,0 0-1 0 0,0 1 1 0 0,0-1 0 0 0,0 0-1 0 0,0 0 1 0 0,-1 0 0 0 0,1 0-1 0 0,0 0 1 0 0,0 1 0 0 0,0-1-1 0 0,0 0 1 0 0,0 0 0 0 0,0 0 0 0 0,0 0-1 0 0,0 1 1 0 0,0-1 0 0 0,0 0-1 0 0,0 0 1 0 0,0 0 0 0 0,0 0-1 0 0,0 1 1 0 0,0-1 0 0 0,0 0-1 0 0,6 12-1 0 0,10 8-3 0 0,2-3 2 0 0,0-2 1 0 0,38 24 0 0 0,-50-35 1 0 0,0-1 0 0 0,0 1 1 0 0,1-1-1 0 0,-1-1 0 0 0,1 1 1 0 0,0-1-1 0 0,-1 0 0 0 0,1-1 1 0 0,0 1-1 0 0,0-1 0 0 0,0-1 0 0 0,0 1 1 0 0,0-1-1 0 0,10-2 0 0 0,1-3 61 0 0,0 0 0 0 0,0-2 0 0 0,-1 0-1 0 0,0-2 1 0 0,17-9 0 0 0,-28 11 182 0 0,-16 3-150 0 0,-29 3-102 0 0,21 1 46 0 0,-25-3-27 0 0,0-2-1 0 0,0-2 1 0 0,-68-20 0 0 0,108 26-11 0 0,0 1 0 0 0,1-1 0 0 0,-1 0 0 0 0,1 0 0 0 0,-1-1 0 0 0,1 1 0 0 0,-1 0 0 0 0,1-1 0 0 0,0 0 0 0 0,-1 1 0 0 0,-2-4 0 0 0,4 3 1 0 0,0 0-1 0 0,1 1 0 0 0,-1-1 0 0 0,1 0 1 0 0,-1 1-1 0 0,1-1 0 0 0,-1 0 0 0 0,1 0 0 0 0,0 0 1 0 0,0 1-1 0 0,0-1 0 0 0,0 0 0 0 0,0 0 1 0 0,1 1-1 0 0,-1-1 0 0 0,0 0 0 0 0,1 0 1 0 0,-1 1-1 0 0,2-3 0 0 0,4-14 1 0 0,1 1-1 0 0,1 1 1 0 0,1-1 0 0 0,18-27-1 0 0,10-17 2 0 0,-2-9 4 0 0,-9 16 53 0 0,35-53 1 0 0,-55 97-17 0 0,2-1 0 0 0,-1 1 0 0 0,1 1 1 0 0,1-1-1 0 0,-1 1 0 0 0,13-8 0 0 0,-14 15 94 0 0,-14 10-95 0 0,-47 22-18 0 0,-68 33-42 0 0,108-55 0 0 0,13-7 12 0 0,0 0 0 0 0,-1 0 1 0 0,1-1-1 0 0,0 1 0 0 0,-1 0 0 0 0,1 0 1 0 0,-1-1-1 0 0,1 1 0 0 0,0-1 0 0 0,-1 1 1 0 0,1-1-1 0 0,-1 0 0 0 0,0 0 1 0 0,1 0-1 0 0,-1 0 0 0 0,-1 0 0 0 0,3 0 7 0 0,-1 0-1 0 0,1-1 0 0 0,-1 1 0 0 0,1-1 1 0 0,-1 1-1 0 0,1 0 0 0 0,-1-1 0 0 0,1 1 1 0 0,-1-1-1 0 0,1 1 0 0 0,0-1 0 0 0,-1 0 1 0 0,1 1-1 0 0,0-1 0 0 0,-1 1 0 0 0,1-1 1 0 0,0 0-1 0 0,0 1 0 0 0,0-1 0 0 0,0 1 1 0 0,0-1-1 0 0,0 0 0 0 0,-1 1 0 0 0,1-1 1 0 0,1 0-1 0 0,-1 1 0 0 0,0-1 0 0 0,0 0 1 0 0,0 1-1 0 0,0-1 0 0 0,0 1 0 0 0,0-1 1 0 0,1 0-1 0 0,-1 0 0 0 0,9-35 12 0 0,-6 25-15 0 0,0-6 43 0 0,-2-1 1 0 0,1-32-1 0 0,-2 45-17 0 0,0 5 50 0 0,2 1-69 0 0,0 1-1 0 0,0 0 1 0 0,0 0 0 0 0,-1 0 0 0 0,1 0-1 0 0,-1 0 1 0 0,1 0 0 0 0,-1 0-1 0 0,2 3 1 0 0,4 6-2 0 0,4 6-13 0 0,0 0-1 0 0,15 35 1 0 0,-7-14-27 0 0,-4-5 42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13.65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5624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19.2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1721 683 6328 0 0,'-60'-117'2270'0'0,"51"102"-2132"0"0,8 14-69 0 0,0 0-1 0 0,1-1 1 0 0,-1 1-1 0 0,0 0 1 0 0,0-1-1 0 0,0 1 1 0 0,1 0-1 0 0,-1-1 1 0 0,1 1-1 0 0,-1-1 1 0 0,1 1-1 0 0,-1-1 1 0 0,1 1-1 0 0,0-1 1 0 0,0 1 0 0 0,0-1-1 0 0,0 1 1 0 0,0-1-1 0 0,0 1 1 0 0,0-1-1 0 0,0 1 1 0 0,1-1-1 0 0,-1 1 1 0 0,1-1-1 0 0,-1 1 1 0 0,1 0-1 0 0,-1-1 1 0 0,1 1-1 0 0,0 0 1 0 0,0-1-1 0 0,1-1 1 0 0,-2 3-60 0 0,1-1 1 0 0,-1 1-1 0 0,0-1 1 0 0,0 1-1 0 0,0-1 0 0 0,0 1 1 0 0,0-1-1 0 0,0 1 0 0 0,0-1 1 0 0,0 1-1 0 0,0-1 1 0 0,0 1-1 0 0,0-1 0 0 0,0 1 1 0 0,0-1-1 0 0,0 1 1 0 0,0-1-1 0 0,-1 1 0 0 0,1-1 1 0 0,0 1-1 0 0,0-1 1 0 0,-1 1-1 0 0,1 0 0 0 0,0-1 1 0 0,0 1-1 0 0,-1-1 0 0 0,1 1 1 0 0,0 0-1 0 0,-1-1 1 0 0,1 1-1 0 0,-1 0 0 0 0,1-1 1 0 0,0 1-1 0 0,-1 0 1 0 0,1 0-1 0 0,-1-1 0 0 0,1 1 1 0 0,-1 0-1 0 0,1 0 0 0 0,-1 0 1 0 0,0 0-1 0 0,-20-6 308 0 0,-18 8-228 0 0,0 2 1 0 0,0 2-1 0 0,-63 17 1 0 0,-32 6 4 0 0,50-15-49 0 0,33-4-7 0 0,-67 4 1 0 0,-181 10 106 0 0,111-7-51 0 0,187-17-86 0 0,-1 0-1 0 0,1 0 1 0 0,-1 1 0 0 0,0-1-1 0 0,1 0 1 0 0,-1 1 0 0 0,1-1 0 0 0,-1 1-1 0 0,1-1 1 0 0,-1 1 0 0 0,1 0-1 0 0,-2 1 1 0 0,6 0 77 0 0,12-4-23 0 0,88-12 350 0 0,567-22 749 0 0,-115 71-118 0 0,-123-2-185 0 0,-416-33-820 0 0,24 3 59 0 0,0-2 0 0 0,0-2 0 0 0,0-1 0 0 0,59-13 0 0 0,-84 12-71 0 0,-12 2-16 0 0,-1 1 0 0 0,1 0 0 0 0,-1-1 0 0 0,1 1 1 0 0,-1-1-1 0 0,1 1 0 0 0,-1-1 0 0 0,1 0 0 0 0,-1 0 0 0 0,0-1 0 0 0,0 1 0 0 0,1 0 0 0 0,-1-1 0 0 0,0 1 0 0 0,0-1 0 0 0,0 1 0 0 0,-1-1 0 0 0,1 0 0 0 0,0 0 0 0 0,-1 0 1 0 0,1 0-1 0 0,-1 0 0 0 0,0-1 0 0 0,1 1 0 0 0,0-4 0 0 0,-2 6-8 0 0,1-1 1 0 0,-1 1 0 0 0,0 0-1 0 0,0 0 1 0 0,0 0-1 0 0,0-1 1 0 0,0 1 0 0 0,0 0-1 0 0,0 0 1 0 0,0-1-1 0 0,0 1 1 0 0,0 0 0 0 0,0 0-1 0 0,0 0 1 0 0,0-1-1 0 0,-1 1 1 0 0,1 0 0 0 0,0 0-1 0 0,0 0 1 0 0,0-1-1 0 0,0 1 1 0 0,0 0 0 0 0,0 0-1 0 0,0 0 1 0 0,-1-1-1 0 0,1 1 1 0 0,0 0 0 0 0,0 0-1 0 0,0 0 1 0 0,0 0-1 0 0,-1 0 1 0 0,1 0 0 0 0,0-1-1 0 0,0 1 1 0 0,0 0-1 0 0,-1 0 1 0 0,1 0 0 0 0,0 0-1 0 0,0 0 1 0 0,-1 0-1 0 0,-1-1 12 0 0,-19-7 32 0 0,-1 0 1 0 0,1 2-1 0 0,-2 0 1 0 0,1 2-1 0 0,-1 0 1 0 0,-30 0-1 0 0,23 1-29 0 0,-441-26 271 0 0,362 25-233 0 0,-608-11 241 0 0,629 12-207 0 0,-172-29-1 0 0,237 25-58 0 0,23 6-28 0 0,-1 1 0 0 0,1 0-1 0 0,-1 0 1 0 0,1-1 0 0 0,-1 1-1 0 0,1 0 1 0 0,0 0 0 0 0,-1-1 0 0 0,1 1-1 0 0,0-1 1 0 0,-1 1 0 0 0,1 0-1 0 0,0-1 1 0 0,0 1 0 0 0,-1-1 0 0 0,1 1-1 0 0,0 0 1 0 0,0-1 0 0 0,0 1-1 0 0,-1-1 1 0 0,1 1 0 0 0,0-1 0 0 0,0 0-1 0 0,1-1 2 0 0,0 0 0 0 0,0 1 0 0 0,0-1 0 0 0,0 0 0 0 0,0 1 0 0 0,0-1 0 0 0,0 1 0 0 0,1 0 0 0 0,-1-1 1 0 0,1 1-1 0 0,-1 0 0 0 0,1 0 0 0 0,-1 0 0 0 0,1 0 0 0 0,0 0 0 0 0,-1 0 0 0 0,4-1 0 0 0,10-4 9 0 0,-1 1 1 0 0,1 1 0 0 0,0 0-1 0 0,1 1 1 0 0,-1 0 0 0 0,26 0-1 0 0,-16 0 8 0 0,34-6 0 0 0,76-26 53 0 0,0 7 0 0 0,219-17-1 0 0,66 7 320 0 0,-389 38-321 0 0,-26 0-52 0 0,0 0 1 0 0,1 0 0 0 0,-1 0-1 0 0,0-1 1 0 0,0 1 0 0 0,6-3-1 0 0,-6 1 53 0 0,-8 1-21 0 0,-15 9 16 0 0,5 1-36 0 0,0 0 1 0 0,0-1 0 0 0,-1-1-1 0 0,0 0 1 0 0,0-1 0 0 0,-29 8 0 0 0,-95 15 28 0 0,135-28-58 0 0,-383 46 107 0 0,-3-26-30 0 0,-113 11-37 0 0,272-18-10 0 0,195-12-25 0 0,18-2-2 0 0,0-1 1 0 0,-27-4-1 0 0,-9 0 15 0 0,53 5-19 0 0,0 0 0 0 0,0 0 0 0 0,-1 0-1 0 0,1 0 1 0 0,0 0 0 0 0,-1 1 0 0 0,1-1 0 0 0,0 0 0 0 0,-1 0-1 0 0,1 0 1 0 0,0 0 0 0 0,0 0 0 0 0,-1 0 0 0 0,1 0 0 0 0,0 0-1 0 0,-1 0 1 0 0,1-1 0 0 0,0 1 0 0 0,-1 0 0 0 0,1 0 0 0 0,0 0 0 0 0,-1 0-1 0 0,1 0 1 0 0,0 0 0 0 0,0-1 0 0 0,-1 1 0 0 0,1 0 0 0 0,0 0-1 0 0,0 0 1 0 0,-1-1 0 0 0,1 1 0 0 0,0 0 0 0 0,0 0 0 0 0,0-1-1 0 0,-1 1 1 0 0,1 0 0 0 0,0 0 0 0 0,0-1 0 0 0,0 1 0 0 0,0 0-1 0 0,0-1 1 0 0,0 1 0 0 0,13-10 14 0 0,28-6 5 0 0,113-23 30 0 0,2 7 0 0 0,192-15 0 0 0,-99 22-7 0 0,120-3 17 0 0,-218 30-39 0 0,-57 2 10 0 0,0-5-1 0 0,112-15 1 0 0,-169 11-9 0 0,1 2-1 0 0,65 3 0 0 0,78 18 93 0 0,-155-15-92 0 0,7-1 8 0 0,-24-2-18 0 0,1 1 1 0 0,-1 0 0 0 0,1 0-1 0 0,0 1 1 0 0,17 5 0 0 0,-26-6-12 0 0,-1-1 1 0 0,1 0-1 0 0,-1 0 0 0 0,1 1 1 0 0,-1-1-1 0 0,1 0 1 0 0,-1 1-1 0 0,1-1 1 0 0,-1 0-1 0 0,1 1 0 0 0,-1-1 1 0 0,1 1-1 0 0,-1-1 1 0 0,0 0-1 0 0,1 1 1 0 0,-1-1-1 0 0,0 1 1 0 0,1-1-1 0 0,-1 1 0 0 0,0 0 1 0 0,0-1-1 0 0,0 1 1 0 0,1-1-1 0 0,-1 1 1 0 0,0-1-1 0 0,0 1 0 0 0,0 0 1 0 0,0-1-1 0 0,0 1 1 0 0,0-1-1 0 0,0 1 1 0 0,0 0-1 0 0,0-1 1 0 0,0 1-1 0 0,-1-1 0 0 0,1 1 1 0 0,0-1-1 0 0,0 1 1 0 0,0 0-1 0 0,-1-1 1 0 0,1 1-1 0 0,0-1 0 0 0,-1 1 1 0 0,1-1-1 0 0,0 1 1 0 0,-1-1-1 0 0,1 0 1 0 0,-1 1-1 0 0,0 0 0 0 0,-1 1 2 0 0,0 0 0 0 0,-1 0-1 0 0,1 0 1 0 0,0 0-1 0 0,-1 0 1 0 0,0 0-1 0 0,1-1 1 0 0,-6 3-1 0 0,-198 46 18 0 0,107-29-16 0 0,8 0-4 0 0,-427 88 0 0 0,300-68-11 0 0,-164 24-27 0 0,327-58 27 0 0,-164 12-74 0 0,193-20 43 0 0,44-3-8 0 0,5 0 45 0 0,182-25-63 0 0,-124 12 48 0 0,266-51-72 0 0,693-63-62 0 0,-582 54 273 0 0,-418 66-93 0 0,-31 7-8 0 0,0 1 0 0 0,0 1 0 0 0,0 0 0 0 0,16-2 0 0 0,-25 4-17 0 0,0 0 0 0 0,1 0 0 0 0,-1 0 1 0 0,0 0-1 0 0,0 0 0 0 0,0 0 0 0 0,0 0 0 0 0,0 0 0 0 0,0 0 0 0 0,1 1 0 0 0,-1-1 1 0 0,0 0-1 0 0,0 0 0 0 0,0 0 0 0 0,0 0 0 0 0,0 0 0 0 0,0 0 0 0 0,0 0 0 0 0,0 0 1 0 0,0 0-1 0 0,1 1 0 0 0,-1-1 0 0 0,0 0 0 0 0,0 0 0 0 0,0 0 0 0 0,0 0 0 0 0,0 0 1 0 0,0 0-1 0 0,0 1 0 0 0,0-1 0 0 0,0 0 0 0 0,0 0 0 0 0,0 0 0 0 0,0 0 0 0 0,0 0 1 0 0,0 0-1 0 0,0 1 0 0 0,0-1 0 0 0,0 0 0 0 0,0 0 0 0 0,0 0 0 0 0,0 0 0 0 0,0 0 1 0 0,0 0-1 0 0,0 1 0 0 0,-1-1 0 0 0,1 0 0 0 0,0 0 0 0 0,0 0 0 0 0,0 0 1 0 0,0 0-1 0 0,0 0 0 0 0,0 0 0 0 0,0 1 0 0 0,-2 0 3 0 0,0 1-1 0 0,0-1 1 0 0,0 0-1 0 0,-1 0 1 0 0,1 1-1 0 0,0-1 1 0 0,0-1 0 0 0,-1 1-1 0 0,1 0 1 0 0,-4 0-1 0 0,-498 98 29 0 0,124-34-23 0 0,-11 0-11 0 0,74-19-5 0 0,-91 11-55 0 0,325-53 36 0 0,58-4-13 0 0,1 1-1 0 0,-28 4 1 0 0,49-4-8 0 0,5-2 18 0 0,15-4 6 0 0,41-8 18 0 0,941-135 3 0 0,-84 72 36 0 0,-289 78 6 0 0,-502 1-27 0 0,30 2 14 0 0,-126-3-17 0 0,0 1-1 0 0,1 2 0 0 0,30 10 0 0 0,-53-13-7 0 0,0 0 1 0 0,1 0-1 0 0,-1 1 0 0 0,-1 0 1 0 0,8 5-1 0 0,-12-8-1 0 0,0 1 0 0 0,0 0 0 0 0,0-1 0 0 0,0 1 0 0 0,0 0 0 0 0,0 0 0 0 0,0 0 0 0 0,0 0 0 0 0,0 0 0 0 0,-1 0 0 0 0,1 0 0 0 0,0 0 0 0 0,-1 0 0 0 0,1 0 0 0 0,-1 0 0 0 0,1 0 0 0 0,-1 1 1 0 0,1-1-1 0 0,-1 0 0 0 0,0 0 0 0 0,1 1 0 0 0,-1-1 0 0 0,0 0 0 0 0,0 0 0 0 0,0 1 0 0 0,0-1 0 0 0,0 0 0 0 0,0 1 0 0 0,-1-1 0 0 0,1 0 0 0 0,0 0 0 0 0,-1 2 0 0 0,-3 2 1 0 0,0-1 1 0 0,0 1-1 0 0,-1-1 1 0 0,1 0-1 0 0,-1 0 0 0 0,0 0 1 0 0,0-1-1 0 0,0 0 1 0 0,-9 5-1 0 0,7-4-1 0 0,-19 9 4 0 0,-1 0 0 0 0,0-2 1 0 0,-1-1-1 0 0,0-1 0 0 0,-36 6 0 0 0,-154 16 12 0 0,213-30-17 0 0,-852 35 20 0 0,505-31-25 0 0,-413-20-88 0 0,754 14 91 0 0,-61 3-11 0 0,53 0 8 0 0,1-2 1 0 0,-1 0-1 0 0,-20-3 0 0 0,36 3 4 0 0,1 0 0 0 0,0-1 0 0 0,-1 0 0 0 0,1 1 0 0 0,0-1 0 0 0,0 0 1 0 0,-1 0-1 0 0,1 0 0 0 0,0 0 0 0 0,0 0 0 0 0,-3-3 0 0 0,5 4 0 0 0,0 0 1 0 0,0-1 0 0 0,0 1 0 0 0,0 0 0 0 0,-1 0 0 0 0,1-1-1 0 0,0 1 1 0 0,0 0 0 0 0,0-1 0 0 0,0 1 0 0 0,0 0 0 0 0,0 0-1 0 0,0-1 1 0 0,0 1 0 0 0,0 0 0 0 0,-1-1 0 0 0,1 1 0 0 0,1 0-1 0 0,-1-1 1 0 0,0 1 0 0 0,0 0 0 0 0,0-1 0 0 0,0 1 0 0 0,0 0-1 0 0,0 0 1 0 0,0-1 0 0 0,0 1 0 0 0,0 0 0 0 0,1 0-1 0 0,-1-1 1 0 0,0 1 0 0 0,0 0 0 0 0,0 0 0 0 0,1-1 0 0 0,20-11-5 0 0,142-34 4 0 0,206-32 0 0 0,-285 62 1 0 0,372-54 0 0 0,-394 62 0 0 0,257-45 4 0 0,-6 1 0 0 0,-157 35-3 0 0,83-13 0 0 0,-203 23-1 0 0,-1-2 0 0 0,0-1 0 0 0,0-1 0 0 0,49-25 0 0 0,-71 29-1 0 0,23-10 1 0 0,-35 16-1 0 0,1 1 1 0 0,-1-1 0 0 0,1 1 0 0 0,-1 0 0 0 0,0 0 0 0 0,1-1 0 0 0,-1 1-1 0 0,1 0 1 0 0,-1 0 0 0 0,1 0 0 0 0,-1 0 0 0 0,0 1 0 0 0,1-1 0 0 0,-1 0 0 0 0,1 1-1 0 0,-1-1 1 0 0,0 0 0 0 0,1 1 0 0 0,-1 0 0 0 0,3 1 0 0 0,-4-2-1 0 0,0 0 1 0 0,0 0-1 0 0,0 0 1 0 0,0 0-1 0 0,1 0 1 0 0,-1 0-1 0 0,0 0 0 0 0,0 0 1 0 0,0 0-1 0 0,0 1 1 0 0,1-1-1 0 0,-1 0 1 0 0,0 0-1 0 0,0 0 1 0 0,0 0-1 0 0,0 0 1 0 0,0 1-1 0 0,0-1 1 0 0,1 0-1 0 0,-1 0 1 0 0,0 0-1 0 0,0 0 0 0 0,0 1 1 0 0,0-1-1 0 0,0 0 1 0 0,0 0-1 0 0,0 0 1 0 0,0 0-1 0 0,0 1 1 0 0,0-1-1 0 0,0 0 1 0 0,0 0-1 0 0,0 0 1 0 0,0 1-1 0 0,0-1 1 0 0,0 0-1 0 0,0 0 1 0 0,0 0-1 0 0,0 1 0 0 0,0-1 1 0 0,0 0-1 0 0,0 0 1 0 0,-1 1-1 0 0,-13 5-20 0 0,1-1 12 0 0,-28 11-2 0 0,-1-2 1 0 0,0-2-1 0 0,-1-2 0 0 0,-46 5 0 0 0,-301 11-21 0 0,252-19 29 0 0,-277 5-2 0 0,46-1 3 0 0,84-4 2 0 0,-72 5 2 0 0,303-8 0 0 0,-84 5 12 0 0,-164-9 0 0 0,290-1-10 0 0,0 0 0 0 0,0-1 0 0 0,0 0-1 0 0,0-1 1 0 0,-13-5 0 0 0,10-2 5 0 0,15 10-8 0 0,0-1-1 0 0,0 1 1 0 0,0-1 0 0 0,0 1-1 0 0,0 0 1 0 0,0-1 0 0 0,0 1 0 0 0,0 0-1 0 0,0-1 1 0 0,0 1 0 0 0,0 0 0 0 0,0-1-1 0 0,0 1 1 0 0,0 0 0 0 0,0-1-1 0 0,0 1 1 0 0,0 0 0 0 0,1-1 0 0 0,-1 1-1 0 0,0 0 1 0 0,0-1 0 0 0,0 1-1 0 0,0 0 1 0 0,1 0 0 0 0,-1-1 0 0 0,0 1-1 0 0,0 0 1 0 0,1-1 0 0 0,2 0 4 0 0,-1-1 1 0 0,1 0-1 0 0,-1 1 1 0 0,1 0 0 0 0,0 0-1 0 0,0-1 1 0 0,-1 2-1 0 0,5-2 1 0 0,187-55 67 0 0,25-5-23 0 0,-86 40-2 0 0,2 6 1 0 0,143 2-1 0 0,29-3 29 0 0,40 15 4 0 0,-318 3-75 0 0,15 0 3 0 0,0-3 1 0 0,-1-1-1 0 0,0-3 0 0 0,0-1 1 0 0,42-13-1 0 0,-35 8 0 0 0,1 3 1 0 0,0 1-1 0 0,0 3 0 0 0,0 2 1 0 0,1 2-1 0 0,89 10 0 0 0,-137-8-7 0 0,0 0 0 0 0,0 0 0 0 0,0 0-1 0 0,0 0 1 0 0,0 1 0 0 0,-1-1-1 0 0,5 4 1 0 0,13 4 10 0 0,-21-9-12 0 0,2 2 6 0 0,-6 2-5 0 0,3-2 0 0 0,-8 6 0 0 0,1-1 0 0 0,-1-1 0 0 0,0 1 0 0 0,0-1 0 0 0,0-1 0 0 0,-1 0 0 0 0,0 0 0 0 0,0-1 1 0 0,-17 5-1 0 0,-110 21 5 0 0,57-15-1 0 0,-71 13 18 0 0,-216 13-1 0 0,78-13-3 0 0,285-28-18 0 0,-465 52 30 0 0,174-20-10 0 0,-148 5 0 0 0,405-37-19 0 0,-1-1 0 0 0,0-2 0 0 0,-53-11 0 0 0,80 11 0 0 0,3 0 2 0 0,34-8-2 0 0,577-163 51 0 0,-528 160-42 0 0,0 4 1 0 0,88-1-1 0 0,-79 7 21 0 0,139-25 1 0 0,-168 17-23 0 0,164-31 51 0 0,-162 35-21 0 0,113-2 1 0 0,104 5 74 0 0,-142 2-49 0 0,15 8 14 0 0,-124-3-51 0 0,-1 1-1 0 0,1 2 1 0 0,0 0-1 0 0,30 12 1 0 0,-51-17-27 0 0,0 1 1 0 0,0-1 0 0 0,0 0 0 0 0,-1 0 0 0 0,1 0-1 0 0,0 1 1 0 0,0-1 0 0 0,-1 0 0 0 0,1 1-1 0 0,0-1 1 0 0,-1 1 0 0 0,1-1 0 0 0,0 0-1 0 0,-1 1 1 0 0,1 0 0 0 0,-1-1 0 0 0,1 1 0 0 0,-1-1-1 0 0,1 1 1 0 0,-1 0 0 0 0,1-1 0 0 0,-1 1-1 0 0,0 0 1 0 0,1-1 0 0 0,-1 1 0 0 0,0 0-1 0 0,0 0 1 0 0,1 1 0 0 0,-2-1 0 0 0,1 0 0 0 0,-1 0 0 0 0,0 0 0 0 0,1 0 0 0 0,-1 0 0 0 0,0 0 0 0 0,0-1 0 0 0,0 1 0 0 0,0 0 0 0 0,0 0 0 0 0,0-1 0 0 0,0 1 0 0 0,0-1 0 0 0,0 1 0 0 0,0-1 0 0 0,-2 1 0 0 0,-54 16 45 0 0,56-17-47 0 0,-145 37 61 0 0,75-17-26 0 0,-143 20 0 0 0,-83-27 17 0 0,28-3-34 0 0,29 7-3 0 0,-313 28 3 0 0,183-20-6 0 0,59-5-7 0 0,65-18-46 0 0,245-1 37 0 0,-1-1 1 0 0,1 0 0 0 0,-1 0 0 0 0,1 0 0 0 0,-1 0 0 0 0,1-1 0 0 0,0 1-1 0 0,-1 0 1 0 0,1-1 0 0 0,-1 1 0 0 0,1-1 0 0 0,0 1 0 0 0,-1-1 0 0 0,1 0-1 0 0,0 1 1 0 0,0-1 0 0 0,-1 0 0 0 0,1 0 0 0 0,-2-2 0 0 0,3 2 0 0 0,0 1 1 0 0,-1-1-1 0 0,1 0 0 0 0,0 0 1 0 0,0 0-1 0 0,0 0 1 0 0,0 0-1 0 0,0 0 1 0 0,0 0-1 0 0,0 1 0 0 0,0-1 1 0 0,0 0-1 0 0,0 0 1 0 0,1 0-1 0 0,-1 0 1 0 0,0 0-1 0 0,1 0 1 0 0,-1 1-1 0 0,0-1 0 0 0,1 0 1 0 0,-1 0-1 0 0,2-1 1 0 0,2-4-7 0 0,1 1 1 0 0,0-1-1 0 0,0 1 0 0 0,1 0 1 0 0,0 0-1 0 0,7-4 1 0 0,4-1-6 0 0,0 0 1 0 0,0 2 0 0 0,1 0-1 0 0,1 1 1 0 0,-1 0 0 0 0,33-5-1 0 0,117-9-6 0 0,-69 11 11 0 0,169-32-6 0 0,-107 15 13 0 0,185-7 0 0 0,133-1 1 0 0,-418 26 4 0 0,0 3-1 0 0,0 2 0 0 0,1 3 0 0 0,75 8 0 0 0,-103-3 2 0 0,-21-3-2 0 0,1 0 0 0 0,-1 1 0 0 0,0 0 0 0 0,16 6-1 0 0,-26-7 1 0 0,1 1-1 0 0,-1 0 0 0 0,1-1 1 0 0,-1 1-1 0 0,0 1 0 0 0,0-1 0 0 0,1 0 1 0 0,-2 1-1 0 0,1-1 0 0 0,0 1 1 0 0,0 0-1 0 0,-1 0 0 0 0,0 0 0 0 0,1 0 1 0 0,-1 1-1 0 0,0-1 0 0 0,-1 1 1 0 0,3 4-1 0 0,-4-7-1 0 0,0 0 0 0 0,0-1 0 0 0,1 1 1 0 0,-1-1-1 0 0,0 1 0 0 0,0 0 0 0 0,0-1 0 0 0,0 1 1 0 0,0 0-1 0 0,0-1 0 0 0,0 1 0 0 0,-1 0 0 0 0,1-1 0 0 0,0 1 1 0 0,0 0-1 0 0,0-1 0 0 0,-1 1 0 0 0,1-1 0 0 0,0 1 0 0 0,-1-1 1 0 0,1 1-1 0 0,0 0 0 0 0,-1-1 0 0 0,1 1 0 0 0,-1-1 0 0 0,1 0 1 0 0,-1 1-1 0 0,-20 13 21 0 0,10-8-14 0 0,0 1-1 0 0,-1-1 0 0 0,0 0 0 0 0,-1-1 0 0 0,1-1 0 0 0,-26 6 0 0 0,-69 7 30 0 0,53-10-22 0 0,-105 18 3 0 0,-268 29 22 0 0,417-54-40 0 0,-617 34 9 0 0,429-35-16 0 0,80-3 5 0 0,108 4-1 0 0,-14 0-2 0 0,-47-5 0 0 0,64 4 5 0 0,0-1 0 0 0,1 1 0 0 0,0-1 0 0 0,-1 0 0 0 0,1 0 0 0 0,0-1 0 0 0,0 0 0 0 0,0 0-1 0 0,1-1 1 0 0,-1 1 0 0 0,1-1 0 0 0,-6-5 0 0 0,11 8 0 0 0,-1 0 0 0 0,0 0 0 0 0,1 0 0 0 0,-1 0 0 0 0,1 0 0 0 0,0 0 0 0 0,-1 0 0 0 0,1 0 0 0 0,0 0 0 0 0,-1 0 0 0 0,1 0 0 0 0,0 0 0 0 0,0 0 0 0 0,0 0 0 0 0,0 0 0 0 0,0 0 0 0 0,0 0 0 0 0,0 0 0 0 0,1 0 0 0 0,-1 0 0 0 0,0 0 0 0 0,0 0 0 0 0,1 0 0 0 0,-1 0 0 0 0,1 0 0 0 0,-1 0 0 0 0,1 0 0 0 0,-1 1 0 0 0,1-1 0 0 0,-1 0 0 0 0,1 0 0 0 0,0 0 0 0 0,0 1 0 0 0,-1-1 0 0 0,1 0 0 0 0,1 0 0 0 0,31-24 0 0 0,-16 18 0 0 0,0 1 0 0 0,1 0 0 0 0,0 1 0 0 0,0 2 0 0 0,0-1 0 0 0,0 2 0 0 0,24 0 0 0 0,14-3 0 0 0,74-8 3 0 0,51-6 10 0 0,-106 11-12 0 0,1 3 0 0 0,0 3 0 0 0,91 11 0 0 0,84-2 11 0 0,-214-10-5 0 0,56-11-1 0 0,-54 6 0 0 0,42-1-1 0 0,-24 7 6 0 0,0 3-1 0 0,0 3 0 0 0,79 14 1 0 0,-124-15-7 0 0,1 1 0 0 0,-1 0 1 0 0,0 0-1 0 0,0 1 0 0 0,18 10 1 0 0,-28-14-4 0 0,0 1 0 0 0,0-1 0 0 0,0 0 0 0 0,-1 1 0 0 0,1-1 0 0 0,0 1 0 0 0,-1 0 1 0 0,1-1-1 0 0,-1 1 0 0 0,1 0 0 0 0,-1 0 0 0 0,0 0 0 0 0,0 0 0 0 0,0 0 0 0 0,0 0 0 0 0,1 3 1 0 0,-2-3-1 0 0,0-1 0 0 0,0 1 0 0 0,0 0 0 0 0,-1 0 0 0 0,1 0 0 0 0,0 0 0 0 0,-1-1 1 0 0,0 1-1 0 0,1 0 0 0 0,-1-1 0 0 0,0 1 0 0 0,0 0 0 0 0,0-1 0 0 0,0 1 0 0 0,0-1 1 0 0,0 1-1 0 0,0-1 0 0 0,0 0 0 0 0,-1 1 0 0 0,1-1 0 0 0,-1 0 0 0 0,1 0 1 0 0,-4 2-1 0 0,1 0 1 0 0,-1 0 0 0 0,0-1 0 0 0,0 0 0 0 0,0 1 0 0 0,0-2 0 0 0,0 1 0 0 0,0-1 0 0 0,-7 2 0 0 0,-21 5 4 0 0,-77 26 7 0 0,-50 15 15 0 0,-174 30 0 0 0,-462 22 15 0 0,150-42-29 0 0,526-57-17 0 0,72-3 1 0 0,-52 7-1 0 0,69-4 3 0 0,30-1 0 0 0,0-1 0 0 0,-1 0 0 0 0,1 0 0 0 0,0 0 0 0 0,0 0 0 0 0,0 0 0 0 0,0 0 0 0 0,0-1 0 0 0,0 1 0 0 0,-1 0 0 0 0,1-1 0 0 0,0 1 0 0 0,0 0 0 0 0,0-1 0 0 0,0 1 0 0 0,0-1 0 0 0,0 0 0 0 0,0 1 0 0 0,0-1 0 0 0,0 0 0 0 0,-1-1 0 0 0,20-1 0 0 0,184-29 0 0 0,205-19 0 0 0,16 10 10 0 0,76 9 14 0 0,-387 28-18 0 0,772 7 97 0 0,-847 1-79 0 0,0 1 0 0 0,66 18 0 0 0,-103-23-23 0 0,0 0-1 0 0,0 0 1 0 0,0 0 0 0 0,1 0 0 0 0,-1 0-1 0 0,0 0 1 0 0,0 0 0 0 0,0 0-1 0 0,0 0 1 0 0,1 0 0 0 0,-1 0 0 0 0,0 0-1 0 0,0 0 1 0 0,0 0 0 0 0,0 0-1 0 0,0 0 1 0 0,1 0 0 0 0,-1 0 0 0 0,0 0-1 0 0,0 1 1 0 0,0-1 0 0 0,0 0-1 0 0,0 0 1 0 0,0 0 0 0 0,1 0-1 0 0,-1 0 1 0 0,0 0 0 0 0,0 1 0 0 0,0-1-1 0 0,0 0 1 0 0,0 0 0 0 0,0 0-1 0 0,0 0 1 0 0,0 1 0 0 0,0-1 0 0 0,0 0-1 0 0,0 0 1 0 0,0 0 0 0 0,0 0-1 0 0,0 1 1 0 0,0-1 0 0 0,0 0 0 0 0,0 0-1 0 0,0 0 1 0 0,0 0 0 0 0,0 1-1 0 0,0-1 1 0 0,0 0 0 0 0,0 0 0 0 0,0 0-1 0 0,0 0 1 0 0,0 0 0 0 0,0 1-1 0 0,0-1 1 0 0,0 0 0 0 0,-1 0 0 0 0,1 0-1 0 0,0 0 1 0 0,0 0 0 0 0,0 0-1 0 0,0 1 1 0 0,-1-1 0 0 0,-15 10 19 0 0,-25 6 0 0 0,-14 2-13 0 0,0-3 0 0 0,-58 8 0 0 0,-115 6 12 0 0,88-12-15 0 0,-132 14-5 0 0,77-11-2 0 0,-214 50 1 0 0,219-37-5 0 0,139-27-8 0 0,1 2 1 0 0,0 2-1 0 0,-86 31 0 0 0,134-41 14 0 0,1 1-1 0 0,-1-1 1 0 0,1 1-1 0 0,-1-1 1 0 0,1 1-1 0 0,0 0 1 0 0,-1 0-1 0 0,1 0 0 0 0,0 0 1 0 0,0 0-1 0 0,-1 0 1 0 0,1 0-1 0 0,0 0 1 0 0,0 1-1 0 0,0-1 1 0 0,0 0-1 0 0,1 0 1 0 0,-2 3-1 0 0,7 4-21 0 0,13-5 3 0 0,25-1-15 0 0,-23 0 14 0 0,38-3 0 0 0,144-30-22 0 0,-81 10 13 0 0,652-87-113 0 0,-439 78 121 0 0,-41 5 17 0 0,-180 11 5 0 0,-31 3 0 0 0,120-2 0 0 0,-166 11 1 0 0,-27 1 1 0 0,0 0 0 0 0,-1 1 1 0 0,16 1-1 0 0,-24-1-2 0 0,0 0 1 0 0,0 0-1 0 0,0 0 0 0 0,0 1 1 0 0,0-1-1 0 0,0 0 1 0 0,0 0-1 0 0,0 0 1 0 0,0 0-1 0 0,0 0 0 0 0,0 0 1 0 0,0 0-1 0 0,0 0 1 0 0,0 1-1 0 0,0-1 1 0 0,0 0-1 0 0,0 0 1 0 0,0 0-1 0 0,0 0 0 0 0,0 0 1 0 0,0 0-1 0 0,0 0 1 0 0,0 1-1 0 0,0-1 1 0 0,0 0-1 0 0,0 0 1 0 0,0 0-1 0 0,0 0 0 0 0,1 0 1 0 0,-1 0-1 0 0,0 0 1 0 0,0 0-1 0 0,0 0 1 0 0,0 0-1 0 0,0 0 0 0 0,0 1 1 0 0,0-1-1 0 0,0 0 1 0 0,0 0-1 0 0,0 0 1 0 0,1 0-1 0 0,-1 0 1 0 0,0 0-1 0 0,0 0 0 0 0,0 0 1 0 0,0 0-1 0 0,0 0 1 0 0,0 0-1 0 0,0 0 1 0 0,1 0-1 0 0,-1 0 0 0 0,0 0 1 0 0,0 0-1 0 0,0 0 1 0 0,-18 5 9 0 0,-44 7 2 0 0,-58 6-5 0 0,-223 24 10 0 0,-559-7 23 0 0,458-7-45 0 0,128-5 2 0 0,241-19 4 0 0,-281 23-19 0 0,247-26 11 0 0,170-32 6 0 0,-26 17-1 0 0,-1 2-1 0 0,2 1 1 0 0,45-7 0 0 0,115-10-4 0 0,-121 19 5 0 0,568-52-5 0 0,-579 56 5 0 0,511-14 1 0 0,-303 15 0 0 0,219 7 0 0 0,-221 1 0 0 0,275 8 16 0 0,-313-2 5 0 0,-180-5-6 0 0,0 3-1 0 0,71 20 0 0 0,-101-17 4 0 0,-19-2-5 0 0,-15 0 4 0 0,-59 12-2 0 0,-1-2 1 0 0,-106 12-1 0 0,-159 2 19 0 0,335-33-34 0 0,-266 7 20 0 0,7-1-9 0 0,111 7-7 0 0,40-2-1 0 0,-118-4-1 0 0,167-9-3 0 0,-117-9-14 0 0,226-2-31 0 0,415-80 20 0 0,-180 52 26 0 0,-137 24 0 0 0,20-7 0 0 0,206-25 0 0 0,-31 29 2 0 0,-321 20 1 0 0,-4-2 0 0 0,-1 2 1 0 0,0 0-1 0 0,1 0 1 0 0,-1 2-1 0 0,30 6 1 0 0,-45-8-4 0 0,0 0 0 0 0,1 0 0 0 0,-1 0 1 0 0,0 0-1 0 0,0 0 0 0 0,1 0 0 0 0,-1 0 0 0 0,0 0 1 0 0,0 0-1 0 0,0 1 0 0 0,1-1 0 0 0,-1 0 0 0 0,0 0 1 0 0,0 0-1 0 0,1 0 0 0 0,-1 1 0 0 0,0-1 1 0 0,0 0-1 0 0,0 0 0 0 0,0 0 0 0 0,0 1 0 0 0,1-1 1 0 0,-1 0-1 0 0,0 0 0 0 0,0 1 0 0 0,0-1 0 0 0,0 0 1 0 0,0 0-1 0 0,0 1 0 0 0,0-1 0 0 0,0 0 1 0 0,0 1-1 0 0,0-1 0 0 0,0 0 0 0 0,0 0 0 0 0,0 1 1 0 0,0-1-1 0 0,-8 10 10 0 0,-17 4 2 0 0,-1-5-10 0 0,-1-1-1 0 0,0-2 0 0 0,-30 4 0 0 0,25-5 1 0 0,-240 37-2 0 0,-340 9 0 0 0,544-50-9 0 0,0 3 0 0 0,0 3 0 0 0,-113 26 0 0 0,107-14-9 0 0,42-12 1 0 0,-41 14 0 0 0,63-17 8 0 0,-1 0 0 0 0,0-1 0 0 0,0-1 0 0 0,0 0 1 0 0,-17 1-1 0 0,10 5-12 0 0,19-8 16 0 0,1-2 4 0 0,-1 0 0 0 0,7-1-4 0 0,13-2 4 0 0,99-21 1 0 0,150-14 0 0 0,140 7 1 0 0,-143 14 5 0 0,265-3 10 0 0,-253 30-2 0 0,-153-2-3 0 0,-99-5-3 0 0,-1 2 0 0 0,0 0 0 0 0,0 2 0 0 0,32 9 0 0 0,-58-14-7 0 0,1 0-1 0 0,-1 0 1 0 0,0 0 0 0 0,1 0-1 0 0,-1 0 1 0 0,1 0-1 0 0,-1 1 1 0 0,1-1 0 0 0,-1 0-1 0 0,1 0 1 0 0,-1 0-1 0 0,0 0 1 0 0,1 1-1 0 0,-1-1 1 0 0,1 0 0 0 0,-1 0-1 0 0,0 1 1 0 0,1-1-1 0 0,-1 0 1 0 0,0 1-1 0 0,1-1 1 0 0,-1 0 0 0 0,0 1-1 0 0,1-1 1 0 0,-1 1-1 0 0,0-1 1 0 0,0 0 0 0 0,0 1-1 0 0,1-1 1 0 0,-1 1-1 0 0,0-1 1 0 0,0 1-1 0 0,-12 8 14 0 0,-28 1 2 0 0,39-9-15 0 0,-106 22 32 0 0,-1-4 0 0 0,0-4 1 0 0,-197-1-1 0 0,140-17 14 0 0,140 5-44 0 0,22-1-2 0 0,0 0 0 0 0,0-1-1 0 0,0 1 1 0 0,1-1 0 0 0,-1 0 0 0 0,0 0-1 0 0,0 0 1 0 0,0 0 0 0 0,0 0-1 0 0,0-1 1 0 0,1 0 0 0 0,-1 1 0 0 0,0-1-1 0 0,0 0 1 0 0,1 0 0 0 0,-1 0 0 0 0,0-1-1 0 0,-2-1 1 0 0,2 3 0 0 0,2-8-1 0 0,1 7 0 0 0,0-2 0 0 0,8 0 2 0 0,368-63 27 0 0,-252 42-11 0 0,-14 2-3 0 0,121-24 19 0 0,-184 37-20 0 0,-1-2 0 0 0,0-1 1 0 0,0-3-1 0 0,72-34 1 0 0,-91 30 5 0 0,-16 8-3 0 0,-11 11-17 0 0,-1 0 1 0 0,1 1-1 0 0,0-1 1 0 0,0 0-1 0 0,0 0 1 0 0,0 0-1 0 0,0 0 1 0 0,0 0 0 0 0,0 0-1 0 0,0 0 1 0 0,0 0-1 0 0,-1 0 1 0 0,1 0-1 0 0,0 0 1 0 0,0 0-1 0 0,0 0 1 0 0,0 0-1 0 0,0 0 1 0 0,0 0 0 0 0,0-1-1 0 0,0 1 1 0 0,0 0-1 0 0,-1 0 1 0 0,1 0-1 0 0,0 0 1 0 0,0 0-1 0 0,0 0 1 0 0,0 0-1 0 0,0 0 1 0 0,0 0-1 0 0,0 0 1 0 0,0 0 0 0 0,0 0-1 0 0,0 0 1 0 0,0 0-1 0 0,0-1 1 0 0,0 1-1 0 0,0 0 1 0 0,0 0-1 0 0,-1 0 1 0 0,1 0-1 0 0,0 0 1 0 0,0 0-1 0 0,0 0 1 0 0,0 0 0 0 0,0-1-1 0 0,0 1 1 0 0,0 0-1 0 0,0 0 1 0 0,0 0-1 0 0,0 0 1 0 0,0 0-1 0 0,0 0 1 0 0,1 0-1 0 0,-1 0 1 0 0,0 0 0 0 0,0-1-1 0 0,0 1 1 0 0,0 0-1 0 0,0 0 1 0 0,0 0-1 0 0,0 0 1 0 0,0 0-1 0 0,0 0 1 0 0,0 0-1 0 0,0 0 1 0 0,-342 49 19 0 0,16-8-13 0 0,239-30-9 0 0,36-4 0 0 0,-62 2-1 0 0,62-8-4 0 0,16 0-4 0 0,1-2 0 0 0,-36-4 0 0 0,63 3 6 0 0,1 1 1 0 0,-1 1-1 0 0,1-1 1 0 0,-1 1-1 0 0,0 1 1 0 0,-12 1-1 0 0,1-1-18 0 0,18-1 22 0 0,-1 0-1 0 0,1 0 0 0 0,-1 0 1 0 0,1 0-1 0 0,0 0 0 0 0,-1-1 0 0 0,1 1 1 0 0,-1 0-1 0 0,1 0 0 0 0,-1 0 0 0 0,1 0 1 0 0,0-1-1 0 0,-1 1 0 0 0,1 0 1 0 0,-1 0-1 0 0,1-1 0 0 0,0 1 0 0 0,-1 0 1 0 0,1-1-1 0 0,0 1 0 0 0,-1 0 0 0 0,1-1 1 0 0,0 1-1 0 0,0 0 0 0 0,-1-1 0 0 0,1 1 1 0 0,0-1-1 0 0,0 1 0 0 0,0-1 1 0 0,-1 1-1 0 0,1 0 0 0 0,0-1 0 0 0,0 0 1 0 0,0 0-26 0 0,2 1-28 0 0,0 0 52 0 0,0 0 0 0 0,0-1 0 0 0,0 1 0 0 0,0-1 0 0 0,0 1 0 0 0,0-1 0 0 0,0 0 0 0 0,0 0 0 0 0,2-1 0 0 0,9-5-3 0 0,19-4-1 0 0,238-78-43 0 0,-248 82 48 0 0,0-1 1 0 0,37-19 0 0 0,-36 15 0 0 0,1 1 0 0 0,30-9 0 0 0,122-42 4 0 0,38-12 4 0 0,-198 71 0 0 0,0 0 1 0 0,0 1 0 0 0,27 0-1 0 0,-42 2-6 0 0,-1 0-1 0 0,1-1 1 0 0,-1 1-1 0 0,1 0 1 0 0,-1 0-1 0 0,1 0 1 0 0,-1 0-1 0 0,1 0 1 0 0,-1 0-1 0 0,1 0 0 0 0,-1 0 1 0 0,1 0-1 0 0,-1 0 1 0 0,1 1-1 0 0,-1-1 1 0 0,1 0-1 0 0,-1 0 1 0 0,1 0-1 0 0,-1 1 1 0 0,0-1-1 0 0,1 0 1 0 0,-1 0-1 0 0,1 1 1 0 0,-1-1-1 0 0,0 0 1 0 0,1 1-1 0 0,-1-1 1 0 0,1 1-1 0 0,-10 9 5 0 0,-24 9-1 0 0,-11-1-3 0 0,-1-1 1 0 0,0-3-1 0 0,-2-1 0 0 0,1-2 1 0 0,-1-3-1 0 0,-93 6 0 0 0,-249-6-1 0 0,156-4-1 0 0,-71-3-158 0 0,303-1 134 0 0,3 0-73 0 0,19-4 45 0 0,67-47 31 0 0,32-16 14 0 0,-62 38 6 0 0,-23 10 2 0 0,0 3 0 0 0,1 0 0 0 0,62-16 0 0 0,69 1 0 0 0,-130 19 2 0 0,-30 9 0 0 0,-1 0-1 0 0,1 1 1 0 0,1 0-1 0 0,12-3 1 0 0,-1 4 2 0 0,-13 1-2 0 0,0 0 1 0 0,0-1 0 0 0,1 0-1 0 0,-1 0 1 0 0,7-2 0 0 0,-12 2-3 0 0,1 1 1 0 0,-1 0-1 0 0,1 0 0 0 0,-1 0 1 0 0,1 0-1 0 0,-1 0 1 0 0,1 0-1 0 0,-1 0 1 0 0,1 1-1 0 0,-1-1 0 0 0,1 0 1 0 0,-1 1-1 0 0,1-1 1 0 0,-1 1-1 0 0,1 0 1 0 0,-1-1-1 0 0,0 1 0 0 0,0 0 1 0 0,1 0-1 0 0,-1 0 1 0 0,0 0-1 0 0,0 0 1 0 0,0 0-1 0 0,0 0 1 0 0,0 0-1 0 0,2 3 0 0 0,-1-2 3 0 0,0 1-1 0 0,0-1 1 0 0,-1 1-1 0 0,1 0 0 0 0,-1 0 1 0 0,1 0-1 0 0,-1 0 0 0 0,0 0 1 0 0,0 0-1 0 0,0 0 1 0 0,-1 1-1 0 0,1 3 0 0 0,-1-5-1 0 0,0-1 0 0 0,0 0 0 0 0,0 0 0 0 0,-1 0 0 0 0,1 1 0 0 0,0-1 0 0 0,-1 0 0 0 0,1 0 0 0 0,-1 0 0 0 0,1 0 0 0 0,-1 0 0 0 0,0 1 0 0 0,0-1 0 0 0,1 0 0 0 0,-1-1 0 0 0,0 1 0 0 0,0 0 0 0 0,0 0 0 0 0,0 0-1 0 0,0 0 1 0 0,0-1 0 0 0,-2 2 0 0 0,-29 11 2 0 0,19-9-1 0 0,-21 8 2 0 0,0-2 1 0 0,-1-2-1 0 0,0-1 1 0 0,-44 4-1 0 0,-141-5 8 0 0,192-6-10 0 0,-67 5 4 0 0,65-2-3 0 0,-1-1 0 0 0,1-2 0 0 0,-42-4-1 0 0,71 4-2 0 0,0-1 0 0 0,0 1 0 0 0,0 0 0 0 0,0-1 0 0 0,0 1 0 0 0,0 0 0 0 0,0 0 0 0 0,0 0 0 0 0,-1 0 0 0 0,1 0 0 0 0,0 0 0 0 0,0 0 0 0 0,0 0 0 0 0,0 1 0 0 0,0-1 0 0 0,0 0 0 0 0,0 0 0 0 0,0 1 0 0 0,0-1 0 0 0,0 1 0 0 0,0-1 0 0 0,1 1 0 0 0,-1-1 0 0 0,0 1 0 0 0,0 0 0 0 0,0-1 0 0 0,1 1 0 0 0,-2 1 0 0 0,7 1 0 0 0,25-5-1 0 0,0-2-1 0 0,31-7 0 0 0,21-3-1 0 0,100 0 3 0 0,-105 10 0 0 0,130-23 0 0 0,-188 22 0 0 0,-1-1 0 0 0,1-1 0 0 0,-1 0 0 0 0,27-16 0 0 0,-34 18 1 0 0,1 0 1 0 0,0 1-1 0 0,0 1 0 0 0,0 0 0 0 0,0 1 0 0 0,24-2 0 0 0,-19 2 2 0 0,0-1-1 0 0,0 0 0 0 0,18-6 1 0 0,-11 1 3 0 0,-7 1 4 0 0,1 1-1 0 0,0 1 0 0 0,0 0 1 0 0,0 1-1 0 0,26-1 0 0 0,-45 5-8 0 0,1 0 0 0 0,0 0 0 0 0,0 0 0 0 0,0 0 0 0 0,0 0-1 0 0,0 1 1 0 0,0-1 0 0 0,-1 0 0 0 0,1 0 0 0 0,0 0 0 0 0,0 1-1 0 0,0-1 1 0 0,0 0 0 0 0,0 0 0 0 0,0 0 0 0 0,0 1 0 0 0,0-1-1 0 0,0 0 1 0 0,0 0 0 0 0,0 0 0 0 0,0 1 0 0 0,0-1 0 0 0,0 0-1 0 0,0 0 1 0 0,0 0 0 0 0,0 1 0 0 0,0-1 0 0 0,0 0 0 0 0,0 0-1 0 0,1 0 1 0 0,-1 1 0 0 0,0-1 0 0 0,0 0 0 0 0,0 0 0 0 0,0 0 0 0 0,0 0-1 0 0,0 1 1 0 0,1-1 0 0 0,-1 0 0 0 0,0 0 0 0 0,0 0 0 0 0,0 0-1 0 0,0 0 1 0 0,1 0 0 0 0,-1 1 0 0 0,0-1 0 0 0,0 0 0 0 0,0 0-1 0 0,1 0 1 0 0,-1 0 0 0 0,0 0 0 0 0,0 0 0 0 0,0 0 0 0 0,1 0-1 0 0,-1 0 1 0 0,0 0 0 0 0,0 0 0 0 0,0 0 0 0 0,1 0 0 0 0,-1 0 0 0 0,0 0-1 0 0,-14 10 19 0 0,-2-2-6 0 0,0-1 1 0 0,0 0-1 0 0,-25 6 0 0 0,-1 1-2 0 0,23-7-10 0 0,-43 16 20 0 0,-88 21-1 0 0,128-39-17 0 0,1-2 1 0 0,-1 0-1 0 0,0-1 1 0 0,1-2-1 0 0,-1 0 1 0 0,0-1-1 0 0,0-1 1 0 0,-25-6-1 0 0,8 0-7 0 0,-51-2 0 0 0,13 3-4 0 0,-200-16-96 0 0,273 23 100 0 0,-1 0-1 0 0,0-1 1 0 0,1 1-1 0 0,-1-1 1 0 0,1 0-1 0 0,-1 0 1 0 0,1-1-1 0 0,0 1 1 0 0,-1-1-1 0 0,-3-2 1 0 0,7 3 2 0 0,0 0 0 0 0,0 0 0 0 0,0 1 0 0 0,0-1-1 0 0,0 1 1 0 0,0-1 0 0 0,0 1 0 0 0,0-1 0 0 0,0 1 0 0 0,0 0 0 0 0,0-1 0 0 0,0 1 0 0 0,0 0 0 0 0,0 0-1 0 0,0 0 1 0 0,0 0 0 0 0,-2 0 0 0 0,3 0-5 0 0,-1 1 0 0 0,0 0 0 0 0,1-1 0 0 0,-1 1 0 0 0,1 0 0 0 0,-1 0 0 0 0,1-1 0 0 0,-1 1 0 0 0,1 0 0 0 0,0 0 0 0 0,-1 0 0 0 0,1-1 0 0 0,0 1 0 0 0,0 0 0 0 0,-1 0 0 0 0,1 0 0 0 0,0 0 0 0 0,0 0-1 0 0,0 0 1 0 0,0 0 0 0 0,0-1 0 0 0,0 1 0 0 0,1 1 0 0 0,3-3-7 0 0,53-17-6 0 0,-28 8 13 0 0,1 1 1 0 0,61-9-1 0 0,-18 13 6 0 0,106 8 0 0 0,-105 0 1 0 0,124-9 0 0 0,-122 0 4 0 0,-47 4 2 0 0,-1 0 1 0 0,1-2 0 0 0,48-12 0 0 0,-73 14-6 0 0,1 0 1 0 0,-1 0-1 0 0,0 0 1 0 0,1 0-1 0 0,-1-1 0 0 0,0 0 1 0 0,-1 0-1 0 0,1 0 1 0 0,5-6-1 0 0,18-15 10 0 0,-14 21-5 0 0,-13 3-5 0 0,1 0-1 0 0,-1-1 1 0 0,0 1 0 0 0,0 0-1 0 0,0 0 1 0 0,1 0 0 0 0,-1 0-1 0 0,0 0 1 0 0,0 0 0 0 0,0 0-1 0 0,1 0 1 0 0,-1 0 0 0 0,0 0-1 0 0,0 0 1 0 0,1 0-1 0 0,-1 0 1 0 0,0 0 0 0 0,0 0-1 0 0,0 0 1 0 0,1 0 0 0 0,-1 0-1 0 0,0 0 1 0 0,0 0 0 0 0,1 0-1 0 0,-1 0 1 0 0,0 0 0 0 0,0 0-1 0 0,0 0 1 0 0,1 0 0 0 0,-1 0-1 0 0,0 1 1 0 0,0-1 0 0 0,0 0-1 0 0,0 0 1 0 0,1 0 0 0 0,-1 0-1 0 0,0 1 1 0 0,0-1 0 0 0,0 0-1 0 0,0 0 1 0 0,0 0 0 0 0,0 0-1 0 0,1 1 1 0 0,-1-1 0 0 0,0 0-1 0 0,0 0 1 0 0,0 1 0 0 0,0-1-1 0 0,0 0 1 0 0,0 0 0 0 0,0 0-1 0 0,0 1 1 0 0,0-1 0 0 0,0 0-1 0 0,0 1 1 0 0,-3 3 2 0 0,1 0 0 0 0,-1 0 0 0 0,0 0 0 0 0,-1-1 0 0 0,1 1-1 0 0,-1-1 1 0 0,1 0 0 0 0,-1 1 0 0 0,0-2 0 0 0,0 1 0 0 0,0 0 0 0 0,-1-1 0 0 0,1 0 0 0 0,-1 0 0 0 0,-8 3 0 0 0,-14 3 13 0 0,-43 9 0 0 0,57-14-12 0 0,-29 4 6 0 0,-1-1 0 0 0,0-2 0 0 0,-49-2 0 0 0,-132-20 39 0 0,152 13-40 0 0,0 3-1 0 0,-96 10 1 0 0,123-5-11 0 0,-39 4-11 0 0,74-8 12 0 0,-5 0-11 0 0,12 2 4 0 0,9 3 1 0 0,-4-3 5 0 0,0-1 1 0 0,0 1 0 0 0,1-1-1 0 0,-1 0 1 0 0,0 0 0 0 0,0 0 0 0 0,0 0-1 0 0,0 0 1 0 0,5-1 0 0 0,2 0 0 0 0,135-3 1 0 0,-88 0 0 0 0,-1 3 0 0 0,1 2 0 0 0,92 14 0 0 0,-100-7 3 0 0,1-2-1 0 0,0-2 0 0 0,0-3 0 0 0,0-1 1 0 0,0-3-1 0 0,55-10 0 0 0,54-9 5 0 0,-50 12 2 0 0,-63 8 1 0 0,68 8 0 0 0,-23 0 2 0 0,68 11 21 0 0,-121-11-26 0 0,-31-5-5 0 0,0 0 0 0 0,1 0 0 0 0,-1 1 0 0 0,0 0 0 0 0,0 1 0 0 0,-1-1 0 0 0,1 1 0 0 0,8 5 0 0 0,-12-6-1 0 0,0-1 0 0 0,0 1 0 0 0,0-1 0 0 0,0 1 0 0 0,0 0 0 0 0,-1 0 0 0 0,1-1 0 0 0,-1 1-1 0 0,1 0 1 0 0,-1 1 0 0 0,0-1 0 0 0,0 0 0 0 0,0 0 0 0 0,0 0 0 0 0,0 1 0 0 0,0-1 0 0 0,-1 0-1 0 0,1 1 1 0 0,-1-1 0 0 0,0 1 0 0 0,1-1 0 0 0,-1 1 0 0 0,0-1 0 0 0,-1 1 0 0 0,1 2 0 0 0,-2 2 1 0 0,0 0 0 0 0,-1-1 0 0 0,1 0 0 0 0,-1 1 0 0 0,-1-1 0 0 0,1 0 0 0 0,-1 0 0 0 0,0-1 0 0 0,0 1 1 0 0,-1-1-1 0 0,-6 7 0 0 0,-12 9 7 0 0,-31 23 0 0 0,30-25 1 0 0,12-9-7 0 0,-1 0 1 0 0,1 0-1 0 0,-2-2 1 0 0,0 1-1 0 0,0-2 1 0 0,0 1-1 0 0,-29 8 1 0 0,-7-3 13 0 0,-112 32 11 0 0,117-31-24 0 0,15-5 5 0 0,1 1-1 0 0,0 1 1 0 0,0 1 0 0 0,-41 25 0 0 0,70-36-9 0 0,0-1 0 0 0,0 0 0 0 0,0 0 0 0 0,0 0 0 0 0,0 1 0 0 0,0-1 0 0 0,-1 0 0 0 0,1 0 0 0 0,0 1 0 0 0,0-1 0 0 0,0 0 0 0 0,0 0 0 0 0,0 1 0 0 0,0-1 0 0 0,0 0 0 0 0,0 0 0 0 0,0 1 0 0 0,0-1 0 0 0,0 0 0 0 0,0 0 0 0 0,0 1 0 0 0,1-1 0 0 0,-1 0 0 0 0,0 0 0 0 0,0 0 0 0 0,0 1 0 0 0,0-1 0 0 0,0 0 0 0 0,0 0 0 0 0,0 1 0 0 0,1-1 0 0 0,-1 0 0 0 0,0 0 0 0 0,0 0 0 0 0,0 0 0 0 0,1 1 0 0 0,-1-1 0 0 0,0 0 0 0 0,0 0 0 0 0,0 0 0 0 0,1 0 0 0 0,-1 0 0 0 0,0 0 0 0 0,0 0 0 0 0,1 1 0 0 0,-1-1 0 0 0,0 0 0 0 0,0 0 0 0 0,1 0 0 0 0,-1 0 0 0 0,0 0 0 0 0,0 0 0 0 0,1 0 0 0 0,-1 0 0 0 0,0 0 0 0 0,0 0 0 0 0,1-1 0 0 0,-1 1 0 0 0,17 4-1 0 0,14-2-8 0 0,-1-2 0 0 0,1-2 0 0 0,31-4 0 0 0,-9 0 6 0 0,-9 0 1 0 0,0-2 0 0 0,0-2 0 0 0,66-25 0 0 0,-106 34 2 0 0,94-37 0 0 0,31-9 15 0 0,-101 33 0 0 0,-24 8 0 0 0,-20 8-12 0 0,-34 14-3 0 0,-209 70 0 0 0,195-68 0 0 0,41-12 0 0 0,1 1 0 0 0,-38 16 0 0 0,46-16 1 0 0,9-5-2 0 0,1 0 0 0 0,0 0 0 0 0,-1 0 0 0 0,1 1 0 0 0,0-1 0 0 0,1 1 0 0 0,-1 0 0 0 0,-5 6 0 0 0,8-9-1 0 0,1 1 1 0 0,-1 0-1 0 0,0-1 0 0 0,0 1 0 0 0,1 0 0 0 0,-1-1 0 0 0,0 1 0 0 0,1 0 0 0 0,-1 0 1 0 0,1 0-1 0 0,-1-1 0 0 0,1 1 0 0 0,0 0 0 0 0,-1 0 0 0 0,1 0 0 0 0,0 0 0 0 0,-1 0 1 0 0,1 0-1 0 0,0 1 0 0 0,21 6-23 0 0,-16-7 31 0 0,13 3-6 0 0,0-1 0 0 0,1-1 0 0 0,-1-1 0 0 0,1 0 0 0 0,25-3 0 0 0,-16-5 0 0 0,-24 6 1 0 0,1-1 0 0 0,-1 1 0 0 0,1 0 1 0 0,-1 0-1 0 0,1 1 0 0 0,6-1 0 0 0,-11 33 30 0 0,-2-11-20 0 0,-6 40 1 0 0,4-40 0 0 0,-1 39 1 0 0,4-52-7 0 0,3 3 45 0 0,15-5-43 0 0,-4-3-6 0 0,0-1 0 0 0,0-1 0 0 0,0 0 0 0 0,21-1 0 0 0,-28 0-1 0 0,-1 0 0 0 0,0-1 1 0 0,0 0-1 0 0,1 0 1 0 0,-1 0-1 0 0,0-1 1 0 0,0 0-1 0 0,0 0 0 0 0,0 0 1 0 0,-1 0-1 0 0,1-1 1 0 0,0 0-1 0 0,-1 0 1 0 0,5-4-1 0 0,-11 3 18 0 0,-12 2-12 0 0,-30-1-9 0 0,22 2 5 0 0,-193-7 18 0 0,107 11 22 0 0,144-5-32 0 0,44-7 0 0 0,-14 1-9 0 0,-23 2 8 0 0,33-1 10 0 0,-75 7-19 0 0,0 0 0 0 0,0 0 0 0 0,-1 0 0 0 0,1 0 0 0 0,0-1 1 0 0,0 1-1 0 0,-1 0 0 0 0,1 0 0 0 0,0-1 0 0 0,0 1 0 0 0,-1 0 0 0 0,1-1 0 0 0,0 1 0 0 0,-1-1 0 0 0,1 1 0 0 0,0-1 0 0 0,-1 1 0 0 0,1-1 0 0 0,-1 1 0 0 0,1-1 0 0 0,-1 0 0 0 0,1 1 0 0 0,-1-1 0 0 0,1 0 0 0 0,-1 1 0 0 0,0-1 0 0 0,1 0 0 0 0,-1 0 0 0 0,0 1 1 0 0,0-1-1 0 0,1-1 0 0 0,-1 1 5 0 0,2-1-5 0 0,0 1-1 0 0,0-1 1 0 0,0 0 0 0 0,0 0-1 0 0,0 0 1 0 0,0-1 0 0 0,-1 1-1 0 0,1 0 1 0 0,-1-1-1 0 0,1 1 1 0 0,1-5 0 0 0,4-4-1 0 0,17-21 0 0 0,-24 32 0 0 0,0 0 0 0 0,0 0 0 0 0,-1 0 0 0 0,1 0 0 0 0,0 0 0 0 0,0 0 0 0 0,0 0 0 0 0,0 0 0 0 0,0 0 0 0 0,0 1 0 0 0,0-1 0 0 0,0 0 0 0 0,0 0 0 0 0,0 0 0 0 0,0 0 0 0 0,-1 0 0 0 0,1 0 0 0 0,0 0 0 0 0,0 0 0 0 0,0 0 0 0 0,0 0 0 0 0,0 0 0 0 0,0 0 0 0 0,0 0 0 0 0,0 0 0 0 0,0 0 0 0 0,0 0 0 0 0,-1 0 0 0 0,1 0 0 0 0,0 0 0 0 0,0 0 0 0 0,0 0 0 0 0,0-1 0 0 0,0 1 0 0 0,0 0 0 0 0,0 0 0 0 0,0 0 0 0 0,0 0 0 0 0,0 0 0 0 0,0 0 0 0 0,-1 0 0 0 0,1 0 0 0 0,0 0 0 0 0,0 0 0 0 0,0 0 0 0 0,0 0 0 0 0,0 0 0 0 0,0-1 0 0 0,0 1 0 0 0,0 0 0 0 0,0 0 0 0 0,0 0 0 0 0,0 0 0 0 0,0 0 0 0 0,0 0 0 0 0,0 0 0 0 0,0 0 0 0 0,-9 7 0 0 0,-9 19 601 0 0,13-18-1312 0 0,1-1 0 0 0,-1 0 1 0 0,0 0-1 0 0,-13 11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32.9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1975 380 696 0 0,'-8'-4'5'0'0,"-7"-2"86"0"0,1-2 1 0 0,0 0 0 0 0,1-1 0 0 0,-1 0-1 0 0,2-1 1 0 0,-17-16 0 0 0,10 8 288 0 0,-1 0 0 0 0,-25-17 0 0 0,28 23 260 0 0,0 0-1 0 0,2-1 0 0 0,0-1 0 0 0,0-1 0 0 0,-17-22 0 0 0,32 37-589 0 0,0-1 0 0 0,-1 0 0 0 0,1 0-1 0 0,-1 0 1 0 0,1 0 0 0 0,-1 0 0 0 0,1 0-1 0 0,-1 0 1 0 0,0 1 0 0 0,1-1 0 0 0,-1 0-1 0 0,0 0 1 0 0,0 1 0 0 0,1-1-1 0 0,-1 1 1 0 0,0-1 0 0 0,0 1 0 0 0,0-1-1 0 0,0 1 1 0 0,0-1 0 0 0,0 1 0 0 0,0 0-1 0 0,0-1 1 0 0,0 1 0 0 0,0 0 0 0 0,0 0-1 0 0,0 0 1 0 0,0 0 0 0 0,0 0 0 0 0,0 0-1 0 0,0 0 1 0 0,0 0 0 0 0,0 0-1 0 0,0 1 1 0 0,0-1 0 0 0,0 0 0 0 0,0 1-1 0 0,0-1 1 0 0,0 0 0 0 0,0 1 0 0 0,0-1-1 0 0,0 2 1 0 0,0-2 19 0 0,1 0 1 0 0,-1 0-1 0 0,0 0 0 0 0,1 0 1 0 0,-1 0-1 0 0,1 1 0 0 0,-1-1 1 0 0,0 0-1 0 0,1 0 0 0 0,-1 0 1 0 0,1-1-1 0 0,-1 1 0 0 0,1 0 1 0 0,-1 0-1 0 0,0 0 0 0 0,1 0 1 0 0,-1 0-1 0 0,1-1 0 0 0,-1 1 1 0 0,1 0-1 0 0,-1-1 0 0 0,1 1 1 0 0,-1 0-1 0 0,1-1 0 0 0,-1 1 1 0 0,1 0-1 0 0,0-1 0 0 0,-1 1 1 0 0,1-1-1 0 0,0 1 0 0 0,-1-1 1 0 0,1 1-1 0 0,0-1 0 0 0,-1 1 1 0 0,1-1-1 0 0,-1 0 4 0 0,1 0-1 0 0,-1 0 1 0 0,1 0-1 0 0,-1 0 1 0 0,0 1-1 0 0,0-1 0 0 0,1 0 1 0 0,-1 1-1 0 0,0-1 1 0 0,0 0-1 0 0,0 1 1 0 0,0-1-1 0 0,0 1 1 0 0,1-1-1 0 0,-1 1 1 0 0,0 0-1 0 0,0-1 1 0 0,-2 1-1 0 0,-2 1 122 0 0,-1 0 0 0 0,0 0 0 0 0,1 1 0 0 0,-1 0-1 0 0,1 0 1 0 0,-10 6 0 0 0,-9 2 111 0 0,-25 8-18 0 0,22-9-173 0 0,1 1 1 0 0,0 1-1 0 0,-28 17 1 0 0,54-28-114 0 0,-1 0 0 0 0,1 0 0 0 0,0 0 1 0 0,0 0-1 0 0,0 1 0 0 0,0-1 0 0 0,0 0 0 0 0,0 0 0 0 0,0 0 0 0 0,-1 0 1 0 0,1 0-1 0 0,0 0 0 0 0,0 0 0 0 0,0 0 0 0 0,0 0 0 0 0,0 0 1 0 0,-1 0-1 0 0,1 0 0 0 0,0 0 0 0 0,0 0 0 0 0,0 0 0 0 0,0 0 0 0 0,0 0 1 0 0,-1 0-1 0 0,1 0 0 0 0,0 0 0 0 0,0 0 0 0 0,0 0 0 0 0,0 0 1 0 0,0 0-1 0 0,-1 0 0 0 0,1 0 0 0 0,0 0 0 0 0,0 0 0 0 0,0 0 0 0 0,0 0 1 0 0,0 0-1 0 0,0 0 0 0 0,-1 0 0 0 0,1-1 0 0 0,0 1 0 0 0,0 0 1 0 0,0 0-1 0 0,0 0 0 0 0,0 0 0 0 0,0 0 0 0 0,0 0 0 0 0,0-1 0 0 0,0 1 1 0 0,-1 0-1 0 0,1 0 0 0 0,0 0 0 0 0,0 0 0 0 0,0 0 0 0 0,0-1 1 0 0,0 1-1 0 0,0 0 0 0 0,0 0 0 0 0,0 0 0 0 0,0 0 0 0 0,0 0 1 0 0,0-1-1 0 0,1 1-1 0 0,-1 0 1 0 0,0-1-1 0 0,0 1 0 0 0,1 0 1 0 0,-1 0-1 0 0,0-1 1 0 0,1 1-1 0 0,-1 0 0 0 0,0 0 1 0 0,1-1-1 0 0,-1 1 1 0 0,0 0-1 0 0,1 0 0 0 0,-1 0 1 0 0,0 0-1 0 0,1 0 1 0 0,-1 0-1 0 0,1 0 0 0 0,-1-1 1 0 0,0 1-1 0 0,1 0 1 0 0,-1 0-1 0 0,1 1 1 0 0,-1-1-1 0 0,0 0 0 0 0,1 0 1 0 0,-1 0-1 0 0,1 0 1 0 0,-1 0-1 0 0,0 0 0 0 0,1 0 1 0 0,-1 1-1 0 0,0-1 1 0 0,1 0-1 0 0,-1 0 0 0 0,1 1 1 0 0,25 8 0 0 0,1 0 1 0 0,0-2-1 0 0,0 0 1 0 0,30 1-1 0 0,120 6-4 0 0,-105-9-1 0 0,182 21 2 0 0,-34-1 3 0 0,-101-11 10 0 0,53 3 16 0 0,-31-6 26 0 0,-76-4 32 0 0,-64-7-80 0 0,22 1 42 0 0,-13-3-10 0 0,-10 2-36 0 0,0 0 0 0 0,1 0 0 0 0,-1 0 0 0 0,0 0 0 0 0,0 0 0 0 0,0 0 0 0 0,0 0 0 0 0,0-1 0 0 0,0 1 0 0 0,0 0 0 0 0,0 0 0 0 0,0 0 0 0 0,0 0 0 0 0,0 0 0 0 0,1 0 1 0 0,-1 0-1 0 0,0-1 0 0 0,0 1 0 0 0,0 0 0 0 0,0 0 0 0 0,0 0 0 0 0,0 0 0 0 0,0 0 0 0 0,0 0 0 0 0,0-1 0 0 0,0 1 0 0 0,0 0 0 0 0,0 0 0 0 0,0 0 0 0 0,0 0 0 0 0,0 0 0 0 0,0 0 0 0 0,0-1 0 0 0,0 1 0 0 0,-1 0 0 0 0,1 0 1 0 0,0 0-1 0 0,0 0 0 0 0,0 0 0 0 0,0 0 0 0 0,0 0 0 0 0,0 0 0 0 0,0-1 0 0 0,0 1 0 0 0,0 0 0 0 0,0 0 0 0 0,-1 0 0 0 0,1 0 0 0 0,0 0 0 0 0,0 0 0 0 0,-4-2 11 0 0,0 1-1 0 0,0 0 1 0 0,0 0-1 0 0,0 0 1 0 0,-1 0-1 0 0,1 1 1 0 0,0 0-1 0 0,0 0 1 0 0,0 0-1 0 0,-1 0 1 0 0,-4 1-1 0 0,-9 0 1 0 0,-30-3 5 0 0,-150 1 38 0 0,-255 20-52 0 0,300-15-8 0 0,-131 16 107 0 0,212-12-14 0 0,51-4-37 0 0,-1-2-1 0 0,1 0 1 0 0,-28-2-1 0 0,10 1 131 0 0,33 0-3 0 0,25-3-19 0 0,-7 1-98 0 0,1 1 0 0 0,-1 0 1 0 0,14 2-1 0 0,10 0-13 0 0,316-20 278 0 0,-3 0-188 0 0,-162 13-78 0 0,294-48 1 0 0,-477 52-57 0 0,0 1 0 0 0,0-1-1 0 0,0 1 1 0 0,0-1 0 0 0,0 1-1 0 0,0 1 1 0 0,0-1 0 0 0,0 0-1 0 0,0 1 1 0 0,0 0 0 0 0,0 0-1 0 0,4 2 1 0 0,-21 1 48 0 0,-11-3-23 0 0,-2 1-1 0 0,1 0 0 0 0,-29 7 0 0 0,18-3-13 0 0,-356 60 199 0 0,-90 13 43 0 0,420-70-237 0 0,-240 26 88 0 0,-332 20 137 0 0,631-54-242 0 0,1-1 0 0 0,-1 1 0 0 0,0-1 0 0 0,1 1-1 0 0,-1-1 1 0 0,0 0 0 0 0,0 0 0 0 0,1-1 0 0 0,-1 1 0 0 0,0 0 0 0 0,1-1-1 0 0,-1 0 1 0 0,0 1 0 0 0,1-1 0 0 0,-1 0 0 0 0,1 0 0 0 0,-1-1 0 0 0,1 1-1 0 0,-1-1 1 0 0,-2-2 0 0 0,5 4-2 0 0,0 0-1 0 0,0 0 0 0 0,0 0 1 0 0,0 0-1 0 0,0 0 1 0 0,0 0-1 0 0,0 0 1 0 0,0 0-1 0 0,0 0 0 0 0,0 0 1 0 0,0 0-1 0 0,1 0 1 0 0,-1 0-1 0 0,0 0 1 0 0,0 0-1 0 0,0 0 0 0 0,0 0 1 0 0,0 0-1 0 0,0 0 1 0 0,0 0-1 0 0,0 0 1 0 0,0 0-1 0 0,0 0 0 0 0,0 0 1 0 0,0-1-1 0 0,0 1 1 0 0,0 0-1 0 0,0 0 1 0 0,0 0-1 0 0,1 0 0 0 0,-1 0 1 0 0,0 0-1 0 0,0 0 1 0 0,0 0-1 0 0,0 0 1 0 0,0 0-1 0 0,0 0 0 0 0,0 0 1 0 0,0 0-1 0 0,0-1 1 0 0,0 1-1 0 0,0 0 1 0 0,0 0-1 0 0,0 0 0 0 0,0 0 1 0 0,0 0-1 0 0,0 0 1 0 0,0 0-1 0 0,0 0 0 0 0,-1 0 1 0 0,1 0-1 0 0,0 0 1 0 0,0 0-1 0 0,0-1 1 0 0,0 1-1 0 0,0 0 0 0 0,0 0 1 0 0,0 0-1 0 0,0 0 1 0 0,0 0-1 0 0,0 0 1 0 0,0 0-1 0 0,0 0 0 0 0,0 0 1 0 0,0 0-1 0 0,0 0 1 0 0,0 0-1 0 0,-1 0 1 0 0,5-2 6 0 0,10-6 3 0 0,10-6 3 0 0,0 1 0 0 0,46-17-1 0 0,28 1 6 0 0,1 5-1 0 0,109-12 1 0 0,-125 22-7 0 0,706-85 109 0 0,-554 74-79 0 0,-145 13-17 0 0,1 3 0 0 0,0 5 0 0 0,93 7-1 0 0,-36 12 43 0 0,-119-9-37 0 0,-29-6-28 0 0,1 0 1 0 0,-1 0-1 0 0,1 0 1 0 0,-1 0-1 0 0,1 0 0 0 0,-1 1 1 0 0,1-1-1 0 0,-1 0 1 0 0,1 0-1 0 0,-1 1 0 0 0,1-1 1 0 0,-1 0-1 0 0,1 1 1 0 0,-1-1-1 0 0,1 1 0 0 0,-1-1 1 0 0,0 1-1 0 0,1-1 1 0 0,-1 0-1 0 0,0 1 0 0 0,1-1 1 0 0,-1 1-1 0 0,0 0 1 0 0,0-1-1 0 0,1 1 0 0 0,-1-1 1 0 0,0 1-1 0 0,0-1 1 0 0,0 1-1 0 0,0-1 0 0 0,0 1 1 0 0,0 0-1 0 0,0-1 1 0 0,0 1-1 0 0,0-1 0 0 0,0 1 1 0 0,0-1-1 0 0,0 1 1 0 0,0 0-1 0 0,-1 0 0 0 0,-17 2 33 0 0,-77 13 13 0 0,-146 3 0 0 0,-111-17 36 0 0,195-3-54 0 0,-294-8 73 0 0,344 1-61 0 0,1-4 1 0 0,-126-32-1 0 0,164 30-19 0 0,44 10-12 0 0,1-1 0 0 0,-1-1 0 0 0,-39-16 0 0 0,61 22-9 0 0,1-1 0 0 0,-1 0 0 0 0,1 1 0 0 0,-1-1-1 0 0,1 0 1 0 0,-1 1 0 0 0,1-1 0 0 0,-1 0 0 0 0,1 0-1 0 0,0 0 1 0 0,-1 0 0 0 0,1-1 0 0 0,0 1 0 0 0,0 0-1 0 0,0 0 1 0 0,0-1 0 0 0,0 1 0 0 0,0-1 0 0 0,0 1-1 0 0,0-1 1 0 0,0-2 0 0 0,1 3 0 0 0,0 0 0 0 0,1-1 0 0 0,0 1-1 0 0,-1 0 1 0 0,1 0 0 0 0,-1 0 0 0 0,1 0 0 0 0,0 0 0 0 0,0 0-1 0 0,0 0 1 0 0,-1 1 0 0 0,1-1 0 0 0,0 0 0 0 0,0 0 0 0 0,0 1-1 0 0,0-1 1 0 0,0 0 0 0 0,1 1 0 0 0,-1-1 0 0 0,0 1 0 0 0,0 0-1 0 0,1-1 1 0 0,14-4 5 0 0,1 0 0 0 0,31-4 1 0 0,-46 8-8 0 0,235-24 12 0 0,-5 1 0 0 0,-4 1 2 0 0,-10 28 10 0 0,78-2 2 0 0,-195-9 5 0 0,0 4 1 0 0,0 5-1 0 0,0 4 0 0 0,116 23 1 0 0,-201-27-24 0 0,20 7 36 0 0,-35-9-41 0 0,1-1 0 0 0,-1 1 0 0 0,0 0 0 0 0,0 0 0 0 0,1 0 1 0 0,-1 0-1 0 0,0 0 0 0 0,0 0 0 0 0,0 1 0 0 0,0-1 0 0 0,-1 0 0 0 0,1 0 0 0 0,0 1 0 0 0,0-1 0 0 0,-1 1 0 0 0,1-1 0 0 0,-1 1 0 0 0,1-1 1 0 0,-1 0-1 0 0,0 1 0 0 0,1 1 0 0 0,-1-2-1 0 0,0 0 0 0 0,-1-1 1 0 0,1 1-1 0 0,0 0 0 0 0,0 0 1 0 0,0-1-1 0 0,-1 1 0 0 0,1 0 0 0 0,0 0 1 0 0,-1-1-1 0 0,1 1 0 0 0,-1-1 1 0 0,1 1-1 0 0,-1 0 0 0 0,1-1 1 0 0,-1 1-1 0 0,1-1 0 0 0,-1 1 1 0 0,1-1-1 0 0,-1 1 0 0 0,0-1 0 0 0,1 1 1 0 0,-1-1-1 0 0,0 0 0 0 0,1 1 1 0 0,-1-1-1 0 0,0 0 0 0 0,1 0 1 0 0,-1 0-1 0 0,0 1 0 0 0,0-1 1 0 0,-32 6 5 0 0,24-5-2 0 0,-213 29 47 0 0,88-13-33 0 0,15-7 7 0 0,-196-7 1 0 0,-52 3-7 0 0,-123 27-18 0 0,180-15-4 0 0,286-16 2 0 0,-4 1-4 0 0,0-2-1 0 0,-1 0 1 0 0,-52-7 0 0 0,81 6 3 0 0,0 0 1 0 0,-1 0-1 0 0,1 0 1 0 0,0 0-1 0 0,0 0 1 0 0,0-1-1 0 0,-1 1 1 0 0,1 0-1 0 0,0 0 0 0 0,0 0 1 0 0,0 0-1 0 0,-1 0 1 0 0,1 0-1 0 0,0 0 1 0 0,0 0-1 0 0,0-1 0 0 0,0 1 1 0 0,-1 0-1 0 0,1 0 1 0 0,0 0-1 0 0,0 0 1 0 0,0 0-1 0 0,0-1 1 0 0,0 1-1 0 0,0 0 0 0 0,-1 0 1 0 0,1 0-1 0 0,0-1 1 0 0,0 1-1 0 0,0 0 1 0 0,0 0-1 0 0,0 0 0 0 0,0-1 1 0 0,0 1-1 0 0,0 0 1 0 0,0 0-1 0 0,0 0 1 0 0,0-1-1 0 0,0 1 0 0 0,0 0 1 0 0,0 0-1 0 0,0 0 1 0 0,0-1-1 0 0,0 1 1 0 0,0 0-1 0 0,1 0 1 0 0,-1 0-1 0 0,0-1 0 0 0,0 1 1 0 0,0 0-1 0 0,0 0 1 0 0,0 0-1 0 0,14-15-16 0 0,19-10 1 0 0,-20 18 14 0 0,1 0-1 0 0,0 1 1 0 0,0 1 0 0 0,0 0-1 0 0,1 1 1 0 0,0 0-1 0 0,18-2 1 0 0,4-1-1 0 0,310-52 1 0 0,-263 45 2 0 0,-40 5 0 0 0,67-3 0 0 0,-105 12 0 0 0,44-2 4 0 0,63-9-1 0 0,-73 5 1 0 0,1 3-1 0 0,0 1 0 0 0,1 1 1 0 0,47 7-1 0 0,-77-5-2 0 0,18 3 7 0 0,0-1 0 0 0,0-2 0 0 0,0-2 0 0 0,1 0-1 0 0,43-9 1 0 0,-69 9-6 0 0,-1 0-1 0 0,1 1 1 0 0,-1-1-1 0 0,1 1 1 0 0,0 0-1 0 0,-1 0 1 0 0,1 0-1 0 0,-1 0 1 0 0,7 2-1 0 0,-9-1 0 0 0,0 0-1 0 0,0-1 1 0 0,0 1-1 0 0,0 0 0 0 0,0 0 1 0 0,0 0-1 0 0,0 1 1 0 0,-1-1-1 0 0,1 0 1 0 0,-1 1-1 0 0,1-1 1 0 0,-1 1-1 0 0,1-1 1 0 0,-1 1-1 0 0,0-1 1 0 0,0 1-1 0 0,0 0 1 0 0,0 0-1 0 0,0 0 1 0 0,0 0-1 0 0,1 2 1 0 0,-2-3-1 0 0,0 1 0 0 0,0-1 1 0 0,1 0-1 0 0,-1 0 0 0 0,0 0 1 0 0,0 1-1 0 0,0-1 0 0 0,-1 0 0 0 0,1 0 1 0 0,0 0-1 0 0,0 0 0 0 0,-1 1 1 0 0,1-1-1 0 0,0 0 0 0 0,-1 0 1 0 0,1 0-1 0 0,-1 0 0 0 0,0 0 1 0 0,1 0-1 0 0,-1 0 0 0 0,0 0 1 0 0,1 0-1 0 0,-1 0 0 0 0,0 0 0 0 0,0-1 1 0 0,0 1-1 0 0,0 0 0 0 0,0 0 1 0 0,0-1-1 0 0,0 1 0 0 0,0-1 1 0 0,-2 2-1 0 0,-42 13 11 0 0,35-12-10 0 0,-37 9-2 0 0,-1-3-1 0 0,-87 7 0 0 0,5-2-2 0 0,31 2 1 0 0,-281 30-54 0 0,-372 4-266 0 0,708-47 260 0 0,-74-5 0 0 0,112 1 53 0 0,0 1 0 0 0,0 0 0 0 0,-1 1 0 0 0,1-1 0 0 0,0 1 0 0 0,0 1 0 0 0,0-1 0 0 0,-7 3 0 0 0,60 0-54 0 0,235-27 49 0 0,-54 2 6 0 0,379-5 9 0 0,-472 22 27 0 0,258 26 0 0 0,-377-20-23 0 0,-7-2 0 0 0,0 1 1 0 0,0 0-1 0 0,0 0 0 0 0,0 1 1 0 0,-1 0-1 0 0,1 1 0 0 0,0 0 1 0 0,-1 0-1 0 0,0 1 0 0 0,10 5 1 0 0,-16-5 3 0 0,-9-3 4 0 0,5-1-11 0 0,-721 48-2 0 0,605-48-13 0 0,-453 14-32 0 0,455-5 45 0 0,-121-6 0 0 0,174-4 3 0 0,40 1-1 0 0,0-1 1 0 0,-41-6 0 0 0,63 6-2 0 0,-22-5 1 0 0,46 1 9 0 0,106-17 4 0 0,-1 0 4 0 0,215-25 67 0 0,-224 31-41 0 0,134-1 1 0 0,28-2 77 0 0,-95 7 20 0 0,-178 16-124 0 0,-10-1-10 0 0,-17 1 0 0 0,-586 36-74 0 0,101-6-222 0 0,459-31 236 0 0,30-3 25 0 0,1 1 0 0 0,0 1 0 0 0,-23 4 0 0 0,26-5-9 0 0,11-1 34 0 0,-1 0 1 0 0,1 0-1 0 0,0 0 1 0 0,0 0-1 0 0,0 0 1 0 0,-1 0 0 0 0,1 0-1 0 0,0 0 1 0 0,0 0-1 0 0,0 0 1 0 0,-1 0-1 0 0,1 0 1 0 0,0 0-1 0 0,0 0 1 0 0,0 0-1 0 0,0 0 1 0 0,-1 0-1 0 0,1 0 1 0 0,0 0 0 0 0,0 0-1 0 0,0 0 1 0 0,-1 1-1 0 0,1-1 1 0 0,0 0-1 0 0,0 0 1 0 0,0 0-1 0 0,0 0 1 0 0,0 0-1 0 0,-1 0 1 0 0,1 1-1 0 0,0-1 1 0 0,0 0 0 0 0,0 0-1 0 0,0 0 1 0 0,0 0-1 0 0,0 1 1 0 0,0-1-1 0 0,0 0 1 0 0,0 0-1 0 0,0 0 1 0 0,0 1-1 0 0,-1-1 1 0 0,1 0-1 0 0,0 0 1 0 0,0 0-1 0 0,0 1 1 0 0,0-1 0 0 0,1 0-1 0 0,-1 0 1 0 0,0 0-1 0 0,0 0 1 0 0,0 1-1 0 0,0-1 1 0 0,0 0-1 0 0,0 0 1 0 0,0 1-1 0 0,29-14-46 0 0,-16 10 40 0 0,0 1-1 0 0,1-1 0 0 0,13 1 0 0 0,20-3 3 0 0,38-14-7 0 0,91-13-6 0 0,-74 23 9 0 0,-1 5 0 0 0,126 11-1 0 0,-39-5 11 0 0,-79-4 0 0 0,-8 2 3 0 0,135 8 12 0 0,-217-7-8 0 0,1-1 1 0 0,24-2 0 0 0,4-1 1 0 0,-37 2-2 0 0,-12-4 11 0 0,-30-6 27 0 0,-24-1-37 0 0,0 2 0 0 0,-1 3 0 0 0,-105 1 0 0 0,103 9-4 0 0,-136 1 0 0 0,74-12-2 0 0,32 1 0 0 0,0 3 0 0 0,-100 9 0 0 0,85 5-2 0 0,-113-5 0 0 0,161-6 0 0 0,-217-11-16 0 0,233 11 3 0 0,16 0-10 0 0,25-1 22 0 0,-1 1 1 0 0,0 0-1 0 0,1 0 0 0 0,-1-1 0 0 0,1 1 0 0 0,-1 0 0 0 0,1 1 0 0 0,0-1 1 0 0,-1 0-1 0 0,1 0 0 0 0,0 1 0 0 0,0-1 0 0 0,2 0 0 0 0,-1 0 1 0 0,0 0 0 0 0,0 1 0 0 0,0-1 0 0 0,0 1 0 0 0,0-1 0 0 0,0 1 0 0 0,0 0 0 0 0,0 0 0 0 0,0 0 0 0 0,0 1 0 0 0,0-1 0 0 0,0 1 0 0 0,4 0 0 0 0,14 3 0 0 0,265-2 8 0 0,-254-5 0 0 0,0-1 0 0 0,49-14-1 0 0,-52 11 0 0 0,-1 1 0 0 0,1 1 0 0 0,30-1 0 0 0,25 8 36 0 0,91 13-1 0 0,-121-8-23 0 0,-5-4-10 0 0,0-2 1 0 0,91-10-1 0 0,-120 8-3 0 0,-17 1-3 0 0,-12 0-4 0 0,-15-5-7 0 0,-6-4 3 0 0,-26 0-4 0 0,0 2 1 0 0,0 4 0 0 0,0 1 0 0 0,-78 8-1 0 0,-240 43-42 0 0,350-45 48 0 0,-29 5-3 0 0,14-2-3 0 0,-1-1 0 0 0,1-2 0 0 0,-55-1 0 0 0,17-9 2 0 0,34 1-1 0 0,-86 3-1 0 0,123 3 9 0 0,1 1 0 0 0,-1 0 0 0 0,1-1 0 0 0,0 2 0 0 0,0-1 0 0 0,-9 6 0 0 0,6-5 0 0 0,9-4 1 0 0,0 0-1 0 0,0-1 1 0 0,1 1-1 0 0,-1 0 0 0 0,0 0 1 0 0,1 0-1 0 0,-1 0 0 0 0,1 0 1 0 0,-1 0-1 0 0,1 0 1 0 0,-1 0-1 0 0,1 1 0 0 0,0-1 1 0 0,-1 1-1 0 0,1-1 1 0 0,2 1-1 0 0,36-5 12 0 0,-21 3-7 0 0,188-13 46 0 0,-30 4 34 0 0,-93 4-37 0 0,-42 4-9 0 0,56-10 1 0 0,-41 3-3 0 0,1 4 1 0 0,1 2-1 0 0,-1 2 0 0 0,0 3 1 0 0,100 15-1 0 0,-149-15-32 0 0,198 31 162 0 0,-188-30-152 0 0,17 5 20 0 0,-35-7-34 0 0,0 1 0 0 0,0-1-1 0 0,0 1 1 0 0,0 0 0 0 0,0-1-1 0 0,0 1 1 0 0,-1 0 0 0 0,1-1-1 0 0,0 1 1 0 0,0 0 0 0 0,0 0-1 0 0,-1 0 1 0 0,1 0 0 0 0,0 0-1 0 0,-1 0 1 0 0,1 0 0 0 0,-1 0 0 0 0,1 0-1 0 0,-1 0 1 0 0,0 0 0 0 0,1 0-1 0 0,-1 0 1 0 0,0 0 0 0 0,0 0-1 0 0,0 1 1 0 0,1-1 0 0 0,-2 1-1 0 0,1-1 1 0 0,-1 1-1 0 0,0-1 0 0 0,0 0 1 0 0,0 0-1 0 0,0 0 0 0 0,0 0 0 0 0,0 0 1 0 0,-1 0-1 0 0,1-1 0 0 0,0 1 1 0 0,0 0-1 0 0,-1 0 0 0 0,1-1 0 0 0,0 1 1 0 0,-1-1-1 0 0,1 1 0 0 0,-3-1 0 0 0,-1 2 2 0 0,-19 5-1 0 0,1 0 0 0 0,-1-2-1 0 0,0-1 1 0 0,-1-1 0 0 0,-28 0 0 0 0,11 0 2 0 0,-206-2 12 0 0,46-2-5 0 0,152 4-7 0 0,-1-1-1 0 0,0-4 1 0 0,0-1-1 0 0,0-3 1 0 0,-72-17-1 0 0,101 13 0 0 0,22 10-2 0 0,-1-1 0 0 0,1 1 0 0 0,-1 0 0 0 0,1 0 0 0 0,-1 0 0 0 0,1 0 0 0 0,-1-1 0 0 0,1 1 0 0 0,-1 0 0 0 0,1 0 0 0 0,0-1 0 0 0,-1 1 0 0 0,1 0 0 0 0,-1-1 0 0 0,1 1 0 0 0,0 0 0 0 0,-1-1 0 0 0,1 1 0 0 0,0-1 0 0 0,0 1 0 0 0,-1-1 0 0 0,1 1-1 0 0,0-1 1 0 0,0 1 0 0 0,0-1 0 0 0,-1 1 0 0 0,1-1 0 0 0,0 1 0 0 0,0-1 0 0 0,0 1 0 0 0,0-1 0 0 0,0 0 0 0 0,4-1 0 0 0,0-1 0 0 0,0 1 0 0 0,0 0 0 0 0,0 1 0 0 0,0-1 0 0 0,1 1 0 0 0,-1-1 0 0 0,1 1 0 0 0,-1 1 0 0 0,7-2 0 0 0,5 0 0 0 0,161-46 0 0 0,16-4 0 0 0,-165 46 0 0 0,1 2 0 0 0,-1 1 0 0 0,1 1 0 0 0,0 2 0 0 0,-1 1 0 0 0,54 8 0 0 0,-51-4 2 0 0,1-2-1 0 0,-1-1 1 0 0,1-1-1 0 0,-1-1 1 0 0,1-2-1 0 0,-1-2 1 0 0,0 0-1 0 0,0-2 1 0 0,47-16-1 0 0,-74 21 0 0 0,0 0-1 0 0,0 0 1 0 0,0 0-1 0 0,0 1 1 0 0,1 0 0 0 0,-1-1-1 0 0,0 2 1 0 0,0-1-1 0 0,0 0 1 0 0,1 1 0 0 0,5 1-1 0 0,23 2 13 0 0,-32-4-11 0 0,1 0 0 0 0,-1-1-1 0 0,1 1 1 0 0,-1-1 0 0 0,1 1 0 0 0,-1-1 0 0 0,0 0-1 0 0,1 0 1 0 0,-1 1 0 0 0,0-1 0 0 0,1 0-1 0 0,-1 0 1 0 0,0 0 0 0 0,0-1 0 0 0,0 1 0 0 0,0 0-1 0 0,0 0 1 0 0,0-1 0 0 0,0 1 0 0 0,0 0-1 0 0,0-1 1 0 0,-1 1 0 0 0,1-1 0 0 0,-1 1 0 0 0,1-1-1 0 0,-1 1 1 0 0,1-3 0 0 0,3-7 19 0 0,-6 14-15 0 0,0 0 0 0 0,-1 0 0 0 0,1-1 0 0 0,-1 1 0 0 0,0-1 0 0 0,0 0 0 0 0,0 0 0 0 0,0 0 0 0 0,0 0 0 0 0,0-1 0 0 0,-1 1 0 0 0,1-1 0 0 0,0 0 0 0 0,-1 0 0 0 0,1 0 1 0 0,-1 0-1 0 0,0-1 0 0 0,1 1 0 0 0,-6-1 0 0 0,-15 2 6 0 0,-40-2 0 0 0,49-1-4 0 0,-90-3 36 0 0,-119 0 16 0 0,178 5-41 0 0,1 3 0 0 0,-84 17 0 0 0,64-5-12 0 0,6 0 0 0 0,0-2 1 0 0,-1-3-1 0 0,-109 5 0 0 0,-80-3 1 0 0,190-1-4 0 0,46-8-3 0 0,0-1 0 0 0,0-1 0 0 0,-23 1 0 0 0,34-3-1 0 0,0 0 1 0 0,1 0 0 0 0,0 0-1 0 0,-1 0 1 0 0,1 0-1 0 0,-1 0 1 0 0,1 1-1 0 0,0-1 1 0 0,-1 0-1 0 0,1 1 1 0 0,0-1-1 0 0,-1 1 1 0 0,1-1-1 0 0,0 1 1 0 0,-1 0-1 0 0,1-1 1 0 0,0 1-1 0 0,0 0 1 0 0,0 0 0 0 0,-2 1-1 0 0,6-7 14 0 0,-3 5-13 0 0,0-1-1 0 0,1 0 0 0 0,-1 0 1 0 0,0 0-1 0 0,1 1 0 0 0,-1-1 0 0 0,1 0 1 0 0,-1 0-1 0 0,1 1 0 0 0,-1-1 0 0 0,1 0 1 0 0,0 1-1 0 0,-1-1 0 0 0,1 1 1 0 0,0-1-1 0 0,0 1 0 0 0,-1-1 0 0 0,1 1 1 0 0,1-1-1 0 0,5-2 0 0 0,0 1 1 0 0,-1 0-1 0 0,1 1 0 0 0,11-2 0 0 0,13-2 2 0 0,-6 1 0 0 0,14-4 1 0 0,0 1-1 0 0,1 2 1 0 0,-1 2 0 0 0,72 3 0 0 0,-40 12 0 0 0,-42-7-2 0 0,0-1 0 0 0,56 1 0 0 0,47-4-1 0 0,47-3 0 0 0,-143-1 3 0 0,1 1 0 0 0,-1 2 0 0 0,1 2 0 0 0,-1 1-1 0 0,0 2 1 0 0,0 1 0 0 0,0 2 0 0 0,37 13 0 0 0,-67-18 0 0 0,1 0-1 0 0,-1 0 1 0 0,0 0 0 0 0,0 1 0 0 0,0 0-1 0 0,-1 0 1 0 0,1 0 0 0 0,-1 1 0 0 0,0 0 0 0 0,5 5-1 0 0,-9-8 0 0 0,0-1 0 0 0,1 1 0 0 0,-1 0-1 0 0,0 0 1 0 0,0 0 0 0 0,0 0 0 0 0,0 0-1 0 0,0 0 1 0 0,-1 0 0 0 0,1 0 0 0 0,-1 0-1 0 0,1 0 1 0 0,-1 0 0 0 0,0 0 0 0 0,0 0-1 0 0,0 1 1 0 0,0-1 0 0 0,0 0-1 0 0,0 0 1 0 0,0 0 0 0 0,-1 0 0 0 0,1 0-1 0 0,-1 1 1 0 0,0-1 0 0 0,0 0 0 0 0,1 0-1 0 0,-1 0 1 0 0,-1-1 0 0 0,1 1 0 0 0,0 0-1 0 0,0 0 1 0 0,-1-1 0 0 0,1 1 0 0 0,-1 0-1 0 0,-2 2 1 0 0,-4 1 3 0 0,0 0-1 0 0,0 0 1 0 0,0 0-1 0 0,-1-1 1 0 0,1 0-1 0 0,-1-1 1 0 0,0 0 0 0 0,0 0-1 0 0,-15 2 1 0 0,6-1 0 0 0,-127 24 40 0 0,-256 18 0 0 0,377-44-42 0 0,-189 4 13 0 0,15-2-8 0 0,-152 29 1 0 0,325-27-13 0 0,25-6 4 0 0,-1 0 0 0 0,1 0 0 0 0,0 0 0 0 0,0 1 0 0 0,0-1 0 0 0,0 0 0 0 0,0 0 0 0 0,0 0 0 0 0,0 0 0 0 0,0 0 0 0 0,0 0 0 0 0,0 0 0 0 0,-1 0 0 0 0,1 0 0 0 0,0 0 0 0 0,0 0 0 0 0,0 0 0 0 0,0 0 0 0 0,0 0 0 0 0,0 0 0 0 0,0 0-1 0 0,0 0 1 0 0,0 0 0 0 0,0 0 0 0 0,0 1 0 0 0,0-1 0 0 0,0 0 0 0 0,0 0 0 0 0,0 0 0 0 0,0 0 0 0 0,0 0 0 0 0,0 0 0 0 0,0 0 0 0 0,0 0 0 0 0,0 0 0 0 0,0 0 0 0 0,0 1 0 0 0,0-1 0 0 0,0 0 0 0 0,0 0 0 0 0,0 0 0 0 0,0 0 0 0 0,0 0 0 0 0,0 0 0 0 0,0 0-1 0 0,0 0 1 0 0,0 0 0 0 0,0 0 0 0 0,0 1 0 0 0,0-1 0 0 0,0 0 0 0 0,0 0 0 0 0,0 0 0 0 0,0 0 0 0 0,0 0 0 0 0,0 0 0 0 0,0 0 0 0 0,0 0 0 0 0,0 0 0 0 0,0 0 0 0 0,1 0 0 0 0,-1 0 0 0 0,0 0 0 0 0,0 0 0 0 0,0 0 0 0 0,18 2-2 0 0,172-3 2 0 0,178 2 0 0 0,-119-3 3 0 0,144 7 2 0 0,-353-2-4 0 0,366 39 21 0 0,-394-40-19 0 0,-1 1-1 0 0,1 0 1 0 0,-1 0-1 0 0,1 1 1 0 0,11 7-1 0 0,6 2 7 0 0,-28-13-9 0 0,-1 0 0 0 0,0-1 0 0 0,0 1 0 0 0,0 0 0 0 0,1 0 0 0 0,-1 1 0 0 0,0-1 0 0 0,0 0 0 0 0,0 0 0 0 0,1 0 0 0 0,-1 0 0 0 0,0 0 0 0 0,0 0 0 0 0,0 0 0 0 0,1 0 0 0 0,-1 0 0 0 0,0 0 1 0 0,0 0-1 0 0,0 1 0 0 0,0-1 0 0 0,0 0 0 0 0,1 0 0 0 0,-1 0 0 0 0,0 0 0 0 0,0 0 0 0 0,0 1 0 0 0,0-1 0 0 0,0 0 0 0 0,0 0 0 0 0,1 0 0 0 0,-1 0 0 0 0,0 1 0 0 0,0-1 0 0 0,0 0 0 0 0,0 0 0 0 0,0 0 0 0 0,0 1 0 0 0,0-1 0 0 0,0 0 0 0 0,0 0 0 0 0,0 0 0 0 0,0 1 0 0 0,0-1 0 0 0,0 0 0 0 0,0 0 0 0 0,0 1 0 0 0,0-1 0 0 0,0 0 0 0 0,0 0 0 0 0,-1 0 0 0 0,1 0 0 0 0,0 1 0 0 0,0-1 1 0 0,0 0-1 0 0,0 0 0 0 0,0 0 0 0 0,0 0 0 0 0,-1 1 0 0 0,1-1 0 0 0,0 0 0 0 0,0 0 0 0 0,-18 8-1 0 0,-32 7 1 0 0,0-1 0 0 0,-1-3 0 0 0,-1-2 0 0 0,-96 4 0 0 0,-104-14-4 0 0,-210-4-13 0 0,98-1-10 0 0,305 5 21 0 0,-70 3-5 0 0,79-4 7 0 0,41 1 4 0 0,0 1-1 0 0,-1-1 1 0 0,1 2-1 0 0,0-1 1 0 0,-12 3-1 0 0,15-4 1 0 0,14-6 0 0 0,13-7 2 0 0,1 4 1 0 0,-1 1-1 0 0,1 1 1 0 0,1 1 0 0 0,-1 1 0 0 0,1 1 0 0 0,25-2-1 0 0,-12 1 3 0 0,309-30 60 0 0,-117 16 22 0 0,208-2 113 0 0,-302 23-130 0 0,151 5 86 0 0,-261-3-133 0 0,0 0 1 0 0,0 2-1 0 0,33 11 0 0 0,-40-11 6 0 0,-16-5-27 0 0,-1 0 0 0 0,0 0 0 0 0,1 0-1 0 0,-1 0 1 0 0,0 0 0 0 0,1 0 0 0 0,-1 0 0 0 0,0 0 0 0 0,0 0 0 0 0,1 0 0 0 0,-1 0 0 0 0,0 0 0 0 0,1 0 0 0 0,-1 0 0 0 0,0 1 0 0 0,1-1 0 0 0,-1 0 0 0 0,0 0 0 0 0,0 0 0 0 0,1 1-1 0 0,-1-1 1 0 0,0 0 0 0 0,0 0 0 0 0,0 0 0 0 0,1 1 0 0 0,-1-1 0 0 0,0 0 0 0 0,0 1 0 0 0,0-1 0 0 0,0 0 0 0 0,0 0 0 0 0,1 1 0 0 0,-1-1 0 0 0,0 0 0 0 0,0 1 0 0 0,0-1 0 0 0,0 0 0 0 0,0 1-1 0 0,0-1 1 0 0,0 0 0 0 0,0 1 0 0 0,0-1 0 0 0,0 0 0 0 0,0 1 0 0 0,-15 11 33 0 0,-29 5-5 0 0,-46 3-10 0 0,-7 3-9 0 0,-120 10 0 0 0,-93-6-2 0 0,-286 21 6 0 0,487-39-23 0 0,-192 40-1 0 0,265-35 5 0 0,31-12 3 0 0,1 0 0 0 0,-1 0 0 0 0,1 0 0 0 0,-1 0 0 0 0,0-1 0 0 0,0 0 0 0 0,0 0 0 0 0,1 0 1 0 0,-1-1-1 0 0,0 1 0 0 0,0-1 0 0 0,-6-1 0 0 0,46-8-7 0 0,419-43 1 0 0,-149 21 9 0 0,669-18 95 0 0,-633 61-32 0 0,-64-1 13 0 0,111 15 96 0 0,-290-13-100 0 0,-97-11-64 0 0,-7 1-4 0 0,-10 1-1 0 0,-280 24 4 0 0,-107-6-14 0 0,35-4 1 0 0,337-15 2 0 0,-237 17-9 0 0,171-22 5 0 0,-154 7-59 0 0,243-4 57 0 0,-35 2-46 0 0,32-7 9 0 0,11 3 43 0 0,0 0 0 0 0,0 1-1 0 0,0-1 1 0 0,0 0 0 0 0,0 1-1 0 0,1-1 1 0 0,-1 0 0 0 0,0 1-1 0 0,0-1 1 0 0,1 1 0 0 0,-1-1-1 0 0,0 1 1 0 0,1-1 0 0 0,-1 1-1 0 0,1-1 1 0 0,-1 1 0 0 0,1-1-1 0 0,-1 1 1 0 0,1-1 0 0 0,-1 1-1 0 0,1 0 1 0 0,-1-1 0 0 0,2 1-1 0 0,11-3-61 0 0,128-5 6 0 0,-66 5 23 0 0,106-19 0 0 0,-60 2 11 0 0,0 4 0 0 0,1 6-1 0 0,159 7 1 0 0,-21-1-6 0 0,95 5 12 0 0,-87 19 2 0 0,-220-19 11 0 0,-38-1 2 0 0,0 0 0 0 0,0 0 0 0 0,0 1 0 0 0,0 0 0 0 0,16 5 0 0 0,-25-6 3 0 0,-1 1 0 0 0,1-1 0 0 0,-1 0 0 0 0,0 0 0 0 0,1 1 0 0 0,-1-1 0 0 0,1 0 0 0 0,-1 0-1 0 0,1 0 1 0 0,-1 0 0 0 0,1 0 0 0 0,-1 0 0 0 0,1 0 0 0 0,-1 0 0 0 0,1 0 0 0 0,-1 0 0 0 0,1 0 0 0 0,-1 0 0 0 0,1 0-1 0 0,-1 0 1 0 0,1 0 0 0 0,-1 0 0 0 0,1 0 0 0 0,-1-1 0 0 0,1 1 0 0 0,0-1 0 0 0,-2 1-1 0 0,1 0 1 0 0,0-1 0 0 0,-1 1 0 0 0,1 0-1 0 0,-1 0 1 0 0,1-1 0 0 0,-1 1 0 0 0,1 0-1 0 0,-1 0 1 0 0,1 0 0 0 0,-1-1 0 0 0,1 1-1 0 0,-1 0 1 0 0,1 0 0 0 0,-1 0-1 0 0,0 0 1 0 0,1 0 0 0 0,-1 0 0 0 0,1 0-1 0 0,-1 0 1 0 0,1 0 0 0 0,-1 0 0 0 0,1 1-1 0 0,-1-1 1 0 0,-32 2-2 0 0,1-1 0 0 0,-34-3 0 0 0,40 1 1 0 0,-119-6 1 0 0,-206 19 0 0 0,210-5 0 0 0,-18 3-8 0 0,116-6 7 0 0,33-4 0 0 0,1 1 1 0 0,0-1-1 0 0,0 2 0 0 0,-1-1 1 0 0,1 2-1 0 0,0-1 0 0 0,0 1 1 0 0,1 0-1 0 0,-17 9 0 0 0,18-8 1 0 0,7-4-1 0 0,-1 0 1 0 0,0 0 0 0 0,1 0 0 0 0,-1 1-1 0 0,0-1 1 0 0,1 0 0 0 0,-1 0 0 0 0,0 1-1 0 0,1-1 1 0 0,-1 0 0 0 0,1 1-1 0 0,-1-1 1 0 0,1 1 0 0 0,-1-1 0 0 0,1 1-1 0 0,-1-1 1 0 0,1 1 0 0 0,-1-1-1 0 0,1 1 1 0 0,0 0 0 0 0,-1-1 0 0 0,1 1-1 0 0,0-1 1 0 0,-1 1 0 0 0,1 0 0 0 0,0-1-1 0 0,0 1 1 0 0,0 0 0 0 0,-1-1-1 0 0,1 1 1 0 0,0 0 0 0 0,0 0 0 0 0,0-1-1 0 0,0 1 1 0 0,0 0 0 0 0,1-1 0 0 0,-1 1-1 0 0,0 0 1 0 0,0-1 0 0 0,0 1-1 0 0,0 0 1 0 0,1-1 0 0 0,-1 1 0 0 0,0 0-1 0 0,1-1 1 0 0,-1 1 0 0 0,1-1-1 0 0,-1 1 1 0 0,0-1 0 0 0,2 2 0 0 0,13 0-2 0 0,44 11 1 0 0,-32-6 0 0 0,0-1-1 0 0,0-2 1 0 0,0 0 0 0 0,46-1-1 0 0,185-25-7 0 0,86-4-6 0 0,-262 19 15 0 0,-1-2 0 0 0,107-28 0 0 0,-42 7 0 0 0,-60 11 0 0 0,-52 11 0 0 0,1 1 0 0 0,44-4 0 0 0,-28 2 0 0 0,-44 7 0 0 0,0 0 0 0 0,0 0 0 0 0,0 1 0 0 0,0 0 0 0 0,1 0 0 0 0,-1 1 0 0 0,0 0 0 0 0,1 0 0 0 0,9 2 0 0 0,-5-3 0 0 0,-24 3 0 0 0,-29 13-1 0 0,-1-1-1 0 0,-64 10 0 0 0,-98 7-6 0 0,67-12 5 0 0,50-9 0 0 0,-138-4 0 0 0,69-4 1 0 0,-254 35-6 0 0,407-36 8 0 0,1 0 0 0 0,-1-1 0 0 0,0 1 0 0 0,0-1 0 0 0,0 0 0 0 0,1 0 0 0 0,-1 0 0 0 0,0 0 0 0 0,0 0 0 0 0,0-1 0 0 0,1 1 0 0 0,-1-1 0 0 0,0 1 0 0 0,0-1 0 0 0,1 0 0 0 0,-1 0 0 0 0,1-1 0 0 0,-5-1 0 0 0,7 3 0 0 0,0 0 0 0 0,0 0 0 0 0,1 0 0 0 0,-1 0 0 0 0,0 0 0 0 0,0 0 0 0 0,0 0 0 0 0,0 0 0 0 0,0 0 0 0 0,1 0 0 0 0,-1 0 0 0 0,0 0 0 0 0,0 0 0 0 0,0 0 0 0 0,0 0 0 0 0,0 1 0 0 0,1-1 0 0 0,-1 0 0 0 0,0 0 0 0 0,0 0 0 0 0,0 0 0 0 0,0 0 0 0 0,0 0 0 0 0,0 1 0 0 0,0-1 0 0 0,0 0 0 0 0,0 0 0 0 0,0 0 0 0 0,1 0 0 0 0,-1 0 0 0 0,0 1 0 0 0,0-1 0 0 0,0 0 0 0 0,0 0 0 0 0,0 0 0 0 0,0 0 0 0 0,0 1 0 0 0,0-1 0 0 0,0 0 0 0 0,0 0 0 0 0,0 0 0 0 0,0 0 0 0 0,-1 1 0 0 0,1-1 0 0 0,0 0 0 0 0,0 0 0 0 0,0 0 0 0 0,0 0 0 0 0,0 0 0 0 0,0 1 0 0 0,0-1 0 0 0,0 0 0 0 0,0 0 0 0 0,-1 0 0 0 0,1 0 0 0 0,0 0 0 0 0,0 0 0 0 0,0 1 0 0 0,0-1 0 0 0,0 0 0 0 0,-1 0 0 0 0,1 0 0 0 0,0 0 0 0 0,0 0 0 0 0,16 1 2 0 0,0 0 0 0 0,0-1 0 0 0,0 0 0 0 0,29-6 0 0 0,17-4 10 0 0,-1 3 1 0 0,121 1-1 0 0,-99 11 1 0 0,319 5 31 0 0,59-7 65 0 0,-366 0-64 0 0,-73-3-29 0 0,0-1 0 0 0,0-2 1 0 0,0 0-1 0 0,36-10 0 0 0,81-34 35 0 0,-80 32-43 0 0,-47 13-1 0 0,0 0-1 0 0,-1-1 0 0 0,17-6 0 0 0,-15 1 1 0 0,-52 14-5 0 0,27-3-2 0 0,-82 14 0 0 0,-1-3 0 0 0,-97 1 0 0 0,107-15 0 0 0,-640-22-8 0 0,442 13-2 0 0,281 9 9 0 0,-1 0-1 0 0,0 0 1 0 0,1 1 0 0 0,-1-1 0 0 0,1 1 0 0 0,-1-1 0 0 0,1 1 0 0 0,-1 0 0 0 0,1 0 0 0 0,-1 0-1 0 0,-3 2 1 0 0,6-3 1 0 0,1 0 0 0 0,-1-1 0 0 0,0 1 0 0 0,0 0 0 0 0,0 0 0 0 0,0 0 0 0 0,0 0 0 0 0,1-1 0 0 0,-1 1 0 0 0,0 0 0 0 0,0 0 0 0 0,0 0 0 0 0,0-1 0 0 0,0 1 0 0 0,0 0 0 0 0,0 0 0 0 0,0-1 0 0 0,0 1 0 0 0,0 0 0 0 0,0 0 0 0 0,0-1 0 0 0,0 1 0 0 0,0 0 0 0 0,0 0 0 0 0,0 0 0 0 0,0-1 0 0 0,0 1 0 0 0,0 0 0 0 0,0 0 0 0 0,0-1 0 0 0,0 1 0 0 0,0 0 0 0 0,0 0 0 0 0,0 0 0 0 0,-1-1 0 0 0,1 1 0 0 0,0 0 0 0 0,0 0 0 0 0,0 0 0 0 0,0 0 0 0 0,-1-1 0 0 0,1 1 0 0 0,0 0 0 0 0,0 0 0 0 0,0 0 0 0 0,0 0 0 0 0,-1 0 0 0 0,1 0 0 0 0,0-1 0 0 0,0 1 0 0 0,-1 0 0 0 0,1 0 0 0 0,0 0 0 0 0,0 0 0 0 0,0 0 0 0 0,-1 0 0 0 0,1 0 0 0 0,19-6 0 0 0,0 1 0 0 0,0 0 0 0 0,1 1 0 0 0,20 0 0 0 0,86-2 0 0 0,-96 5 0 0 0,353-23 0 0 0,-299 17 0 0 0,233 1 19 0 0,-218 6-14 0 0,43-12 24 0 0,-57 3 5 0 0,-41 1-15 0 0,-36 6-14 0 0,0 0 0 0 0,0 1 0 0 0,0 0 1 0 0,0 0-1 0 0,1 0 0 0 0,-1 1 0 0 0,0 0 0 0 0,14 3 0 0 0,-22-3-4 0 0,1 0 0 0 0,-1 1 0 0 0,1-1 0 0 0,-1 0-1 0 0,0 0 1 0 0,1 0 0 0 0,-1 0 0 0 0,1 1 0 0 0,-1-1 0 0 0,1 0-1 0 0,-1 0 1 0 0,1 0 0 0 0,-1 0 0 0 0,1 0 0 0 0,-1 0 0 0 0,1 0-1 0 0,-1 0 1 0 0,1 0 0 0 0,-1-1 0 0 0,0 1 0 0 0,1 0 0 0 0,-1 0-1 0 0,1 0 1 0 0,-1 0 0 0 0,1-1 0 0 0,-1 1 0 0 0,0 0 0 0 0,1 0-1 0 0,-1-1 1 0 0,1 1 0 0 0,-1 0 0 0 0,0-1 0 0 0,1 1 0 0 0,-1 0-1 0 0,0-1 1 0 0,3-2 3 0 0,-4 2-4 0 0,0 1 1 0 0,1-1 0 0 0,-1 1 0 0 0,0 0 0 0 0,0-1 0 0 0,0 1-1 0 0,0 0 1 0 0,0 0 0 0 0,0 0 0 0 0,0 0 0 0 0,0 0 0 0 0,0-1-1 0 0,0 2 1 0 0,0-1 0 0 0,-2 0 0 0 0,-93 6 0 0 0,-71 3-1 0 0,-112 2 0 0 0,182-10-2 0 0,0 4-1 0 0,-169 31 0 0 0,226-28-6 0 0,0-2 1 0 0,-75 2-1 0 0,90-5-3 0 0,23-2 11 0 0,1-1 0 0 0,-1 1 0 0 0,0-1-1 0 0,1 1 1 0 0,-1-1 0 0 0,0 0 0 0 0,0 0 0 0 0,0 1 0 0 0,1-1-1 0 0,-1-1 1 0 0,0 1 0 0 0,0 0 0 0 0,0 0 0 0 0,1-1 0 0 0,-1 1-1 0 0,0-1 1 0 0,0 1 0 0 0,1-1 0 0 0,-1 0 0 0 0,0 1 0 0 0,-1-3-1 0 0,3 3 2 0 0,0-1-1 0 0,0 1 1 0 0,0 0-1 0 0,0-1 1 0 0,0 1-1 0 0,1 0 1 0 0,-1-1-1 0 0,0 1 1 0 0,0 0-1 0 0,1-1 1 0 0,-1 1-1 0 0,0 0 1 0 0,1-1-1 0 0,-1 1 1 0 0,0 0-1 0 0,1 0 0 0 0,-1-1 1 0 0,0 1-1 0 0,1 0 1 0 0,-1 0-1 0 0,0 0 1 0 0,1-1-1 0 0,-1 1 1 0 0,1 0-1 0 0,-1 0 1 0 0,0 0-1 0 0,1 0 1 0 0,-1 0-1 0 0,1 0 1 0 0,-1 0-1 0 0,1 0 1 0 0,-1 0-1 0 0,0 0 1 0 0,1 0-1 0 0,-1 0 1 0 0,1 0-1 0 0,0 1 1 0 0,25-2-4 0 0,-21 1 2 0 0,4-1 1 0 0,0 0 0 0 0,0 0 0 0 0,0-1-1 0 0,0 0 1 0 0,11-4 0 0 0,15-4 0 0 0,50-7-3 0 0,105-5 1 0 0,92 8 4 0 0,-52 4-2 0 0,229 7 17 0 0,-363 6-15 0 0,38 3 6 0 0,-130-5-7 0 0,0 0 0 0 0,1-1 0 0 0,-1 1 0 0 0,1-1 0 0 0,-1 0 0 0 0,1-1 0 0 0,-1 1 0 0 0,0-1 0 0 0,1 0 0 0 0,3-1 0 0 0,-37-4 0 0 0,-218-16 0 0 0,150 14 0 0 0,-453-24-8 0 0,539 31 8 0 0,-257-11-8 0 0,27 12 8 0 0,215-1 0 0 0,-36-6 0 0 0,50 5 0 0 0,0 0 0 0 0,0 1 0 0 0,0 0 0 0 0,-1 0 0 0 0,-15 3 0 0 0,25-2 0 0 0,2 1 0 0 0,0-1 0 0 0,0 0 0 0 0,1 1 0 0 0,-1-1 0 0 0,0 0 0 0 0,0 0 0 0 0,0 0 0 0 0,0 0 0 0 0,0 0 0 0 0,0 0 0 0 0,0 0 0 0 0,1 0 0 0 0,-1 0 0 0 0,0 0 0 0 0,0-1 0 0 0,0 1 0 0 0,0 0 0 0 0,0 0 0 0 0,1-1 0 0 0,-1 1 0 0 0,0-1 0 0 0,0 1 0 0 0,1-1 0 0 0,-1 1 0 0 0,0-1 0 0 0,1 1 0 0 0,-1-1 0 0 0,0 0 0 0 0,0 0 0 0 0,1 0 0 0 0,0 1 0 0 0,1-1 0 0 0,-1 1 0 0 0,0-1 0 0 0,1 1 0 0 0,-1-1 0 0 0,0 1 0 0 0,1-1 0 0 0,-1 1 0 0 0,0-1 0 0 0,1 1 0 0 0,-1 0 0 0 0,1-1 0 0 0,-1 1 0 0 0,1 0 0 0 0,-1-1 0 0 0,1 1 0 0 0,-1 0 0 0 0,1 0 0 0 0,-1-1 0 0 0,1 1 0 0 0,-1 0 0 0 0,1 0 0 0 0,-1 0 0 0 0,2 0 0 0 0,-2 0 0 0 0,7-3 0 0 0,1 1 1 0 0,-1 0-1 0 0,0 1 0 0 0,1 0 0 0 0,-1 0 0 0 0,10 0 0 0 0,-10 1 1 0 0,113-9 4 0 0,501-22 64 0 0,-521 26-59 0 0,147-24 0 0 0,-233 26-10 0 0,67-13 0 0 0,-48 8 0 0 0,36-3 0 0 0,22 1 0 0 0,-110 9 0 0 0,-28 2 0 0 0,-44 12 0 0 0,-97 11 0 0 0,-324-21 0 0 0,223-5 5 0 0,82 2-2 0 0,133-8-3 0 0,60 6 0 0 0,0 0 0 0 0,0 0 0 0 0,0 1 0 0 0,0 1 0 0 0,0 1 0 0 0,-14 1 0 0 0,26-1 0 0 0,1-1 0 0 0,0 0 0 0 0,-1 1 0 0 0,1-1 0 0 0,0 0 0 0 0,-1 0 0 0 0,1 0 0 0 0,0 0 0 0 0,-1 0 0 0 0,1 0 0 0 0,0-1 0 0 0,0 1 0 0 0,-1 0 0 0 0,1-1 0 0 0,0 1 0 0 0,0-1 0 0 0,-1 1 0 0 0,1-1 0 0 0,0 1 0 0 0,0-1 0 0 0,0 0 0 0 0,0 0 0 0 0,0 0 0 0 0,0 1 0 0 0,0-1 0 0 0,0 0 0 0 0,0 0 0 0 0,0 0 0 0 0,1 0 0 0 0,-1-1 0 0 0,0 1 0 0 0,1 0 0 0 0,-2-2 0 0 0,2 2 0 0 0,22-2 2 0 0,418-13 60 0 0,-270 17-49 0 0,321-9 101 0 0,-412 1-60 0 0,-1-4 0 0 0,140-38-1 0 0,-209 47-48 0 0,32-12 14 0 0,-38 13-18 0 0,-1 0 0 0 0,0 0 0 0 0,0 0 1 0 0,0 0-1 0 0,0-1 0 0 0,0 1 0 0 0,0-1 0 0 0,0 1 1 0 0,0-1-1 0 0,-1 0 0 0 0,1 1 0 0 0,-1-1 0 0 0,1 0 0 0 0,1-3 1 0 0,-3 4-2 0 0,1 0 1 0 0,-1 0-1 0 0,0 1 1 0 0,0-1 0 0 0,1 0-1 0 0,-1 0 1 0 0,0 0-1 0 0,0 1 1 0 0,0-1-1 0 0,0 0 1 0 0,0 0 0 0 0,0 0-1 0 0,-1 1 1 0 0,1-1-1 0 0,0 0 1 0 0,0 0 0 0 0,0 0-1 0 0,-1 1 1 0 0,1-1-1 0 0,0 0 1 0 0,-1 0-1 0 0,1 1 1 0 0,-1-1 0 0 0,1 0-1 0 0,-1 1 1 0 0,1-1-1 0 0,-1 1 1 0 0,1-1-1 0 0,-1 1 1 0 0,0-1 0 0 0,1 1-1 0 0,-1-1 1 0 0,0 1-1 0 0,0-1 1 0 0,1 1 0 0 0,-1 0-1 0 0,0-1 1 0 0,-1 1-1 0 0,-3-2 1 0 0,-1 0-1 0 0,1 0 0 0 0,-1 1 0 0 0,0 0 0 0 0,-8 0 1 0 0,-264 1 3 0 0,34 3-2 0 0,-390 8 3 0 0,491-4-3 0 0,39-5-1 0 0,36-1-1 0 0,-106 15 0 0 0,47-1 0 0 0,111-10 0 0 0,-3 1-5 0 0,19-6 5 0 0,-1 0-1 0 0,1 0 1 0 0,0 0 0 0 0,0 0-1 0 0,-1 0 1 0 0,1 0 0 0 0,0 0-1 0 0,0 0 1 0 0,-1 0 0 0 0,1 0-1 0 0,0 0 1 0 0,-1 0 0 0 0,1 0-1 0 0,0 0 1 0 0,0 0 0 0 0,-1 0-1 0 0,1 0 1 0 0,0 0 0 0 0,0 0-1 0 0,-1 0 1 0 0,1 0 0 0 0,0 0-1 0 0,0-1 1 0 0,-1 1 0 0 0,1 0-1 0 0,0 0 1 0 0,0 0 0 0 0,0 0-1 0 0,-1-1 1 0 0,1 1 0 0 0,0 0-1 0 0,0 0 1 0 0,0 0 0 0 0,0-1-1 0 0,-1 1 1 0 0,1 0 0 0 0,0 0-1 0 0,0-1 1 0 0,0 1 0 0 0,0 0-1 0 0,0-1 1 0 0,0 1 0 0 0,0-1-1 0 0,9 0-35 0 0,5-3 32 0 0,-1 0 1 0 0,0-1-1 0 0,15-8 0 0 0,-8 4 0 0 0,39-12 1 0 0,7 6-5 0 0,1 4 1 0 0,84-4 0 0 0,-77 9 1 0 0,0-3-1 0 0,77-19 0 0 0,-78 10 7 0 0,1 4 0 0 0,0 3 0 0 0,1 3 0 0 0,98 3 0 0 0,-131 5 0 0 0,1-2 0 0 0,-1-2 0 0 0,62-13 0 0 0,-82 14 3 0 0,0 1-1 0 0,0 0 1 0 0,0 2-1 0 0,37 4 0 0 0,31-1 9 0 0,-24 5 14 0 0,-65-8-24 0 0,-1 0-1 0 0,1 0 1 0 0,-1 0-1 0 0,1-1 1 0 0,-1 1 0 0 0,1 0-1 0 0,-1 0 1 0 0,1-1-1 0 0,-1 1 1 0 0,0 0-1 0 0,1 0 1 0 0,-1-1-1 0 0,0 1 1 0 0,1-1-1 0 0,-1 1 1 0 0,0 0-1 0 0,1-1 1 0 0,-1 1 0 0 0,0-1-1 0 0,1 1 1 0 0,-1-1-1 0 0,0 1 1 0 0,0-1-1 0 0,0 1 1 0 0,0-1-1 0 0,-1-4 7 0 0,-8 8-4 0 0,-37 22-2 0 0,-1-2 0 0 0,-1-2 0 0 0,-2-2-1 0 0,1-3 1 0 0,-2-1 0 0 0,0-3 0 0 0,-1-2-1 0 0,-61 4 1 0 0,46-9-5 0 0,-247 23 0 0 0,102-11-16 0 0,78-10 1 0 0,89 3 3 0 0,37-7 8 0 0,-1-1 0 0 0,1 0 0 0 0,0-1 0 0 0,-11 1 0 0 0,56-6-2 0 0,-1-1 0 0 0,43-12-1 0 0,-14 2 10 0 0,75-13 1 0 0,227-17 0 0 0,17 11 37 0 0,-327 27-26 0 0,165-1 117 0 0,-252 16-94 0 0,6 0-20 0 0,-136 27 25 0 0,121-26-33 0 0,0-2 0 0 0,-77 5 0 0 0,-83-12 19 0 0,53-2-17 0 0,7 7-2 0 0,-138-3 2 0 0,260-3-7 0 0,-172-12-2 0 0,-216 14 1 0 0,376 1 0 0 0,-19 3-11 0 0,0-3-1 0 0,-1-1 1 0 0,-82-11 0 0 0,116 11-1 0 0,15-1 12 0 0,0 0-1 0 0,0 0 0 0 0,0 0 1 0 0,0 1-1 0 0,0-1 0 0 0,0 0 1 0 0,0 0-1 0 0,0 0 1 0 0,0 0-1 0 0,0 0 0 0 0,0 0 1 0 0,0 0-1 0 0,0 0 1 0 0,0 1-1 0 0,0-1 0 0 0,0 0 1 0 0,0 0-1 0 0,0 0 0 0 0,0 0 1 0 0,0 0-1 0 0,0 0 1 0 0,0 1-1 0 0,0-1 0 0 0,0 0 1 0 0,0 0-1 0 0,0 0 0 0 0,0 0 1 0 0,0 0-1 0 0,0 0 1 0 0,0 0-1 0 0,0 0 0 0 0,0 1 1 0 0,0-1-1 0 0,-1 0 1 0 0,1 0-1 0 0,0 0 0 0 0,0 0 1 0 0,0 0-1 0 0,0 0 0 0 0,0 0 1 0 0,0 0-1 0 0,0 0 1 0 0,0 0-1 0 0,0 0 0 0 0,-1 0 1 0 0,1 0-1 0 0,0 0 1 0 0,0 0-1 0 0,0 0 0 0 0,15 1-13 0 0,200-8-7 0 0,71 0 16 0 0,-55 24 5 0 0,43 0 0 0 0,149 0 11 0 0,-182 7 61 0 0,-240-24-70 0 0,-1 0 0 0 0,1 0 0 0 0,0 0 0 0 0,-1 0-1 0 0,1 0 1 0 0,0 0 0 0 0,-1 0 0 0 0,1 0 0 0 0,0 0 0 0 0,0 0 0 0 0,-1 1 0 0 0,1-1 0 0 0,0 0-1 0 0,-1 0 1 0 0,1 1 0 0 0,-1-1 0 0 0,1 0 0 0 0,0 1 0 0 0,-1-1 0 0 0,1 1 0 0 0,-1-1-1 0 0,1 1 1 0 0,-1-1 0 0 0,1 1 0 0 0,-1-1 0 0 0,1 1 0 0 0,-1 0 0 0 0,0-1 0 0 0,1 1 0 0 0,-1-1-1 0 0,0 1 1 0 0,1 0 0 0 0,-1-1 0 0 0,0 1 0 0 0,0 0 0 0 0,0-1 0 0 0,0 1 0 0 0,0 0 0 0 0,0 0-1 0 0,0-1 1 0 0,0 1 0 0 0,0 0 0 0 0,0-1 0 0 0,0 1 0 0 0,0 0 0 0 0,0-1 0 0 0,0 1 0 0 0,-1 0-1 0 0,1 0 1 0 0,0-1 0 0 0,-1 1 0 0 0,1-1 0 0 0,0 1 0 0 0,-1 0 0 0 0,1-1 0 0 0,-1 1 0 0 0,1-1-1 0 0,-1 1 1 0 0,0 0 0 0 0,-4 5 4 0 0,-1 1 0 0 0,1-1-1 0 0,-14 10 1 0 0,12-10-1 0 0,-1-1 0 0 0,0 0 0 0 0,-1-1 0 0 0,1 0 0 0 0,-1 0 0 0 0,-14 4 0 0 0,13-4-3 0 0,-114 46 18 0 0,-124 41 23 0 0,135-62-27 0 0,-1-5 0 0 0,-128 10 0 0 0,88-18-15 0 0,-66 5 6 0 0,109-6-6 0 0,18-2-1 0 0,73-8 0 0 0,-7 0 0 0 0,27-5 0 0 0,-1 0 0 0 0,0 0 0 0 0,0 0 0 0 0,1 0 0 0 0,-1 0 0 0 0,0 0 0 0 0,1 0 0 0 0,-1 0 0 0 0,0 0 0 0 0,1 0 0 0 0,-1 0 0 0 0,0 0 0 0 0,0-1 0 0 0,1 1 0 0 0,-1 0 0 0 0,1-1 0 0 0,-1 1 0 0 0,0 0 0 0 0,1-1 0 0 0,-1 1 0 0 0,1-1 0 0 0,-1 1 0 0 0,1-1 0 0 0,-1 1 0 0 0,0-1 0 0 0,40-6 0 0 0,231-54 12 0 0,176-44 32 0 0,-390 87-28 0 0,57-24 0 0 0,35-13 8 0 0,-74 32 0 0 0,2 3-1 0 0,133-17 1 0 0,-193 35-15 0 0,-1 1 1 0 0,1 0-1 0 0,-1 1 0 0 0,1 1 1 0 0,-1 1-1 0 0,24 5 0 0 0,-39-7-8 0 0,1 0 0 0 0,-1 1 0 0 0,1-1 0 0 0,-1 1-1 0 0,1-1 1 0 0,-1 1 0 0 0,1 0 0 0 0,-1-1 0 0 0,1 1-1 0 0,-1-1 1 0 0,0 1 0 0 0,0 0 0 0 0,1-1 0 0 0,-1 1 0 0 0,0 0-1 0 0,0-1 1 0 0,1 1 0 0 0,-1 0 0 0 0,0-1 0 0 0,0 1-1 0 0,0 0 1 0 0,0 0 0 0 0,0-1 0 0 0,0 1 0 0 0,0 0-1 0 0,0-1 1 0 0,-1 1 0 0 0,1 0 0 0 0,0-1 0 0 0,0 1 0 0 0,-1 0-1 0 0,1-1 1 0 0,0 1 0 0 0,0 0 0 0 0,-1-1 0 0 0,1 1-1 0 0,-1-1 1 0 0,1 1 0 0 0,-1-1 0 0 0,0 2 0 0 0,-18 22 15 0 0,-25-7 2 0 0,13-6-15 0 0,-16 9 2 0 0,0-2 0 0 0,-1-1-1 0 0,-1-3 1 0 0,-72 11 0 0 0,116-24-5 0 0,-325 28 8 0 0,322-29-8 0 0,-385-12 1 0 0,205 3 0 0 0,-30-3-10 0 0,181 4 9 0 0,32 6-1 0 0,0 0 0 0 0,0 1-1 0 0,0 0 1 0 0,0 0-1 0 0,-1 0 1 0 0,1 0-1 0 0,0 1 1 0 0,-1 0-1 0 0,1 0 1 0 0,-7 2-1 0 0,78 0-39 0 0,-46-4 39 0 0,0-2-1 0 0,-1-1 1 0 0,0 0 0 0 0,35-15 0 0 0,-28 10-1 0 0,47-12 1 0 0,172-22-11 0 0,-104 18 7 0 0,-64 13 0 0 0,113-35 0 0 0,92-32 6 0 0,-235 72 0 0 0,84-4 0 0 0,-128 12 0 0 0,-1-1 0 0 0,0 1 0 0 0,0 0 0 0 0,0 0 0 0 0,1 0 0 0 0,-1 0 0 0 0,0 0 0 0 0,0 0 0 0 0,0 0 0 0 0,0 1 0 0 0,0-1 0 0 0,0 1 0 0 0,0-1 0 0 0,0 1 0 0 0,0 0 0 0 0,0 0 0 0 0,0 0 0 0 0,0 0 0 0 0,-1 0 0 0 0,4 3 0 0 0,-7-3 0 0 0,0 1 0 0 0,0-1 1 0 0,0 1-1 0 0,0-1 0 0 0,0 0 0 0 0,0 0 0 0 0,0 0 0 0 0,0 0 0 0 0,0 0 0 0 0,0 0 0 0 0,-1 0 0 0 0,1-1 1 0 0,-4 1-1 0 0,-165 40 7 0 0,-43 11-8 0 0,127-30 1 0 0,-90 10 0 0 0,104-20 0 0 0,-152 8-11 0 0,49-8-12 0 0,140-6 13 0 0,26-4 3 0 0,0 0 1 0 0,0-1-1 0 0,0 0 1 0 0,0 0-1 0 0,0-1 1 0 0,-1 0-1 0 0,1-1 1 0 0,0 0-1 0 0,-10-3 1 0 0,15 4-28 0 0,12-4-15 0 0,10 1 41 0 0,190-18-10 0 0,68-6 12 0 0,-217 23 6 0 0,0-1 0 0 0,-1-3 0 0 0,0-3 0 0 0,0-2 0 0 0,69-27 0 0 0,-70 20 0 0 0,36-15 0 0 0,-83 30 0 0 0,1 0 0 0 0,-1 0 0 0 0,0-1 0 0 0,-1 0 0 0 0,1-1 0 0 0,14-15 0 0 0,-17 16 0 0 0,-5 6 0 0 0,-1-1 0 0 0,1 1 0 0 0,0-1 0 0 0,-1 1 0 0 0,1 0 0 0 0,-1-1 0 0 0,0 1 0 0 0,1-1 0 0 0,-1 1 0 0 0,1-1 0 0 0,-1 1 0 0 0,0-1 0 0 0,1 1 0 0 0,-1-1 0 0 0,0 0 0 0 0,0 1 0 0 0,1-1 0 0 0,-1 1 0 0 0,0-1 0 0 0,0 0 0 0 0,0 1 0 0 0,0-1 0 0 0,0 1 0 0 0,0-1 0 0 0,0 0 0 0 0,0 1 0 0 0,0-1 0 0 0,0 0 0 0 0,0 1 0 0 0,0-1 0 0 0,0 0 0 0 0,0 1 0 0 0,-1-1 0 0 0,1 0 0 0 0,-1-1 0 0 0,1 2 0 0 0,0 0 0 0 0,0-1 0 0 0,-1 1 0 0 0,1-1 0 0 0,0 1 0 0 0,0 0 0 0 0,0-1 0 0 0,0 1 0 0 0,-1 0 0 0 0,1-1 0 0 0,0 1 0 0 0,0 0 0 0 0,-1-1 0 0 0,1 1 0 0 0,0 0 0 0 0,0 0 0 0 0,-1-1 0 0 0,1 1 0 0 0,0 0 0 0 0,-1 0 0 0 0,1-1 0 0 0,0 1 0 0 0,-1 0 0 0 0,1 0 0 0 0,-1 0 0 0 0,1 0 0 0 0,0 0 0 0 0,-1 0 0 0 0,1 0 0 0 0,-1-1 0 0 0,1 1 0 0 0,0 0 0 0 0,-1 0 0 0 0,1 0 0 0 0,-1 1 0 0 0,1-1 0 0 0,0 0 0 0 0,-1 0 0 0 0,1 0 0 0 0,0 0 0 0 0,-1 0 0 0 0,1 0 0 0 0,-1 1 0 0 0,1-1 0 0 0,0 0 0 0 0,-1 0 0 0 0,1 0 0 0 0,0 1 0 0 0,-1-1 0 0 0,1 1 0 0 0,-3-1 0 0 0,-8 8-19 0 0,11-7 16 0 0,-1-1 1 0 0,1 1-1 0 0,-1-1 1 0 0,0 1-1 0 0,1-1 0 0 0,-1 1 1 0 0,0-1-1 0 0,1 1 0 0 0,-1-1 1 0 0,0 1-1 0 0,0-1 0 0 0,1 0 1 0 0,-1 0-1 0 0,0 1 0 0 0,0-1 1 0 0,1 0-1 0 0,-1 0 1 0 0,0 0-1 0 0,-1 0 0 0 0,0 0-1 0 0,1 0 3 0 0,0 1-1 0 0,0-1 0 0 0,0 0 0 0 0,0 0 0 0 0,0 0 0 0 0,0 0 1 0 0,0 0-1 0 0,0 0 0 0 0,0 0 0 0 0,0 0 0 0 0,0-1 1 0 0,0 1-1 0 0,0 0 0 0 0,0-1 0 0 0,0 1 0 0 0,0-1 0 0 0,0 1 1 0 0,0-1-1 0 0,0 1 0 0 0,0-1 0 0 0,0 1 0 0 0,1-1 1 0 0,-1 0-1 0 0,0 1 0 0 0,1-1 0 0 0,-1 0 0 0 0,0 0 0 0 0,1 0 1 0 0,-1 0-1 0 0,1 1 0 0 0,-1-1 0 0 0,0-2 0 0 0,0 1 2 0 0,-1 1 0 0 0,0-1 0 0 0,0 0 0 0 0,1 0 0 0 0,-1 1 0 0 0,0-1 0 0 0,-1 1 0 0 0,1-1 0 0 0,0 1 0 0 0,0 0 0 0 0,-1 0 0 0 0,1 0 0 0 0,0 0 0 0 0,-1 0 0 0 0,-4 0 0 0 0,-43-6 0 0 0,34 6 0 0 0,-56-4 0 0 0,43 4 0 0 0,1-1 0 0 0,-43-9 0 0 0,-61-17-16 0 0,126 27 14 0 0,0 0 0 0 0,-1 1 0 0 0,1 0 0 0 0,0 0-1 0 0,0 0 1 0 0,0 1 0 0 0,0 0 0 0 0,-11 3 0 0 0,-30 2-41 0 0,42-5 16 0 0,-4-2-87 0 0,12-7 80 0 0,-1 8 31 0 0,-1 0 0 0 0,0-1 0 0 0,0 1 1 0 0,1 0-1 0 0,-1 0 0 0 0,0 0 0 0 0,1 0 0 0 0,-1 0 0 0 0,0 1 1 0 0,0-1-1 0 0,1 0 0 0 0,-1 0 0 0 0,0 1 0 0 0,0-1 0 0 0,0 1 0 0 0,2 0 1 0 0,9 3-23 0 0,57 0-28 0 0,131-9 1 0 0,-42-1-3 0 0,-73 13 25 0 0,-60-4 16 0 0,-1-1 0 0 0,31-2 0 0 0,-50 0 12 0 0,22-2-12 0 0,49 3-1 0 0,-68 0 13 0 0,1 0 0 0 0,-1 1 0 0 0,0 0 1 0 0,1 0-1 0 0,-1 1 0 0 0,0 0 0 0 0,0 0 0 0 0,-1 1 0 0 0,1 0 0 0 0,6 5 0 0 0,-3-3-6 0 0,-10-5 7 0 0,1 0 0 0 0,-1-1 1 0 0,1 1-1 0 0,-1 0 0 0 0,0 0 0 0 0,1 0 0 0 0,-1 0 0 0 0,0 0 1 0 0,0 0-1 0 0,0 1 0 0 0,0-1 0 0 0,0 0 0 0 0,0 0 1 0 0,0 1-1 0 0,0-1 0 0 0,0 1 0 0 0,-1-1 0 0 0,1 1 0 0 0,0-1 1 0 0,-1 1-1 0 0,1-1 0 0 0,-1 1 0 0 0,0 0 0 0 0,0-1 0 0 0,1 1 1 0 0,-1 0-1 0 0,0 2 0 0 0,-14-4-22 0 0,-15-2 11 0 0,0-1 0 0 0,-32-7 0 0 0,32 4 5 0 0,1 2 0 0 0,-54-2 0 0 0,-5 12-21 0 0,-94 20 1 0 0,-61 6-31 0 0,232-31 52 0 0,0 0-1 0 0,0 1 1 0 0,0 1 0 0 0,-13 4 0 0 0,1 0-7 0 0,21-7 12 0 0,1 0 1 0 0,0 0-1 0 0,-1 0 1 0 0,1 1-1 0 0,-1-1 0 0 0,1 0 1 0 0,-1 0-1 0 0,1 0 1 0 0,0 0-1 0 0,-1 0 1 0 0,1 1-1 0 0,0-1 1 0 0,-1 0-1 0 0,1 0 1 0 0,0 1-1 0 0,-1-1 1 0 0,1 0-1 0 0,0 1 1 0 0,-1-1-1 0 0,1 0 1 0 0,0 1-1 0 0,0-1 0 0 0,-1 0 1 0 0,1 1-1 0 0,0-1 1 0 0,0 1-1 0 0,0-1 1 0 0,0 0-1 0 0,-1 1 1 0 0,1-1-1 0 0,0 1 1 0 0,0-1-1 0 0,0 1 1 0 0,11 13-19 0 0,-8-12 16 0 0,1 1-1 0 0,1-1 1 0 0,-1 1 0 0 0,0-1 0 0 0,0-1 0 0 0,1 1 0 0 0,-1-1-1 0 0,7 2 1 0 0,68 8-1 0 0,132 0 0 0 0,198 13 4 0 0,-241-8 2 0 0,59-4 21 0 0,109 12 71 0 0,-307-20-82 0 0,-8-3 8 0 0,0 2-1 0 0,0 0 1 0 0,0 1-1 0 0,0 1 1 0 0,-1 1-1 0 0,0 1 0 0 0,20 10 1 0 0,-37-15-14 0 0,-1 0 1 0 0,1-1-1 0 0,-1 1 1 0 0,1 0-1 0 0,-1 0 1 0 0,0 1-1 0 0,0-1 1 0 0,0 0-1 0 0,0 1 1 0 0,-1-1-1 0 0,1 1 1 0 0,-1 0-1 0 0,1 0 1 0 0,-1-1-1 0 0,0 1 1 0 0,0 0-1 0 0,0 0 1 0 0,-1 0-1 0 0,1 0 1 0 0,-1 0-1 0 0,1 0 1 0 0,-1 0-1 0 0,0 0 1 0 0,0 0-1 0 0,0 0 1 0 0,-1 0-1 0 0,1 0 1 0 0,-1 0-1 0 0,-1 6 1 0 0,0-2 7 0 0,-1-1 0 0 0,1 1 0 0 0,-1-1 0 0 0,0 1 0 0 0,-1-1-1 0 0,1 0 1 0 0,-1 0 0 0 0,0 0 0 0 0,-1-1 0 0 0,1 0 0 0 0,-1 0 0 0 0,-10 8 0 0 0,-24 19 29 0 0,31-24-34 0 0,-1 0 0 0 0,0 0 0 0 0,-1-1 0 0 0,1-1 0 0 0,-1 0 0 0 0,0 0 0 0 0,-1-1-1 0 0,0 0 1 0 0,1-1 0 0 0,-13 3 0 0 0,-22 2 0 0 0,10-3 0 0 0,-40 13 1 0 0,58-14-5 0 0,19-6-3 0 0,29-9-7 0 0,6 6-1 0 0,67 0 0 0 0,-54 3 0 0 0,-19 0 2 0 0,8 0-10 0 0,74-11 0 0 0,-111 12 14 0 0,1-1 0 0 0,-1 0 0 0 0,1 0 0 0 0,-1 0 0 0 0,1 0 0 0 0,-1 0 0 0 0,0-1 0 0 0,0 1 0 0 0,1 0 0 0 0,-1-1 0 0 0,0 0 0 0 0,-1 0 0 0 0,1 1 0 0 0,0-1 0 0 0,1-3 0 0 0,15-12 0 0 0,-16 15 0 0 0,0 0 0 0 0,0 0 0 0 0,-1 0 0 0 0,1 0 0 0 0,-1 0 0 0 0,1 0 0 0 0,-1-1 0 0 0,0 1 0 0 0,0 0 0 0 0,0-1 0 0 0,0 1 0 0 0,0-1 0 0 0,0 1 0 0 0,-1-1 0 0 0,0 0 0 0 0,1 1 0 0 0,-1-5 0 0 0,-3-46 5 0 0,2 43-3 0 0,-1-8 1 0 0,0 1 0 0 0,-1-1 0 0 0,-1 1 1 0 0,-1 0-1 0 0,0 0 0 0 0,-2 0 0 0 0,-7-16 0 0 0,-26-50 4 0 0,39 81-9 0 0,0-1 1 0 0,0 1-1 0 0,0 0 1 0 0,-1-1-1 0 0,1 1 1 0 0,-1 0-1 0 0,1 0 1 0 0,-1 0-1 0 0,0 0 1 0 0,-3-2-1 0 0,4 3 1 0 0,0 1 0 0 0,-1 0 0 0 0,1 0 0 0 0,0 0 0 0 0,-1 0 1 0 0,1 0-1 0 0,0 0 0 0 0,0 0 0 0 0,-1 0 0 0 0,1 0 0 0 0,0 1 0 0 0,0-1 0 0 0,0 1 0 0 0,-1-1 0 0 0,1 1 1 0 0,0-1-1 0 0,0 1 0 0 0,0-1 0 0 0,0 1 0 0 0,0 0 0 0 0,0 0 0 0 0,0 0 0 0 0,0-1 0 0 0,0 1 0 0 0,0 0 1 0 0,-1 2-1 0 0,-216 192-102 0 0,104-95-32 0 0,113-99 131 0 0,1-1-1 0 0,-1 1 0 0 0,1-1 0 0 0,-1 1 1 0 0,0-1-1 0 0,1 1 0 0 0,-1-1 1 0 0,1 1-1 0 0,0 0 0 0 0,-1-1 0 0 0,1 1 1 0 0,-1 0-1 0 0,1-1 0 0 0,0 1 1 0 0,0 0-1 0 0,-1 0 0 0 0,1-1 0 0 0,0 1 1 0 0,0 0-1 0 0,0 0 0 0 0,0-1 1 0 0,0 1-1 0 0,0 0 0 0 0,0 0 0 0 0,0 1 1 0 0,0-2-2 0 0,0 1-10 0 0,13-11-64 0 0,-11 8 79 0 0,1 0 0 0 0,-1 1 0 0 0,1-1 0 0 0,-1 0 0 0 0,1 1 0 0 0,0-1 0 0 0,-1 1 0 0 0,1 0 0 0 0,0 0 0 0 0,0 0 0 0 0,0 0 0 0 0,3 0 0 0 0,14-5-2 0 0,33-12-3 0 0,-10 4-2 0 0,-1-2 0 0 0,47-25 0 0 0,-41 19 6 0 0,10-5 2 0 0,-54 24 0 0 0,1 1 1 0 0,-1-1-1 0 0,0 0 0 0 0,-1 0 0 0 0,1 0 0 0 0,0 0 0 0 0,-1-1 0 0 0,0 0 1 0 0,5-6-1 0 0,-4 3 4 0 0,3-10 61 0 0,-7 17-58 0 0,-1-1-1 0 0,1 1 0 0 0,0-1 1 0 0,-1 0-1 0 0,0 1 0 0 0,1-1 1 0 0,-1 1-1 0 0,1 0 1 0 0,-1-1-1 0 0,0 1 0 0 0,1-1 1 0 0,-1 1-1 0 0,0 0 1 0 0,1 0-1 0 0,-1-1 0 0 0,0 1 1 0 0,1 0-1 0 0,-1 0 0 0 0,0 0 1 0 0,0 0-1 0 0,1 0 1 0 0,-1 0-1 0 0,0 0 0 0 0,0 0 1 0 0,1 0-1 0 0,-1 0 1 0 0,0 0-1 0 0,-1 0 0 0 0,-23 10 74 0 0,-159-9-39 0 0,94-2-52 0 0,89 1 10 0 0,1 0 0 0 0,-1 0 0 0 0,0 0 1 0 0,0 0-1 0 0,0 0 0 0 0,0 0 0 0 0,0 1 0 0 0,0-1 1 0 0,0 0-1 0 0,0 1 0 0 0,0-1 0 0 0,1 0 0 0 0,-1 1 1 0 0,0-1-1 0 0,0 1 0 0 0,0-1 0 0 0,1 1 1 0 0,-1 0-1 0 0,0-1 0 0 0,1 1 0 0 0,-1 0 0 0 0,0-1 1 0 0,1 1-1 0 0,-1 0 0 0 0,0 1 0 0 0,-8 8-16 0 0,35 4-29 0 0,-17-12 42 0 0,0 0 1 0 0,1-1 0 0 0,-1 1-1 0 0,1-2 1 0 0,-1 1-1 0 0,1-1 1 0 0,-1-1 0 0 0,1 0-1 0 0,-1 0 1 0 0,0-1 0 0 0,1 0-1 0 0,-1-1 1 0 0,0 0-1 0 0,0 0 1 0 0,-1-1 0 0 0,14-7-1 0 0,-19 9 5 0 0,-1 0-1 0 0,0 0 0 0 0,0 0 0 0 0,0-1 0 0 0,-1 1 1 0 0,1-1-1 0 0,0 1 0 0 0,-1-1 0 0 0,0 1 0 0 0,1-1 1 0 0,-1 0-1 0 0,0 0 0 0 0,0 0 0 0 0,-1 1 0 0 0,1-1 1 0 0,-1 0-1 0 0,1 0 0 0 0,-1 0 0 0 0,0 0 0 0 0,0 0 1 0 0,0 0-1 0 0,-1 0 0 0 0,1 0 0 0 0,-1 0 1 0 0,1 0-1 0 0,-1 0 0 0 0,-1-3 0 0 0,-3-7 2 0 0,0-1 0 0 0,-1 1 0 0 0,-1 0 0 0 0,-8-12 0 0 0,14 23-2 0 0,-4-7 4 0 0,-1 0 1 0 0,0 0-1 0 0,-1 1 0 0 0,0 0 0 0 0,0 0 0 0 0,0 1 0 0 0,-1 0 0 0 0,-12-9 1 0 0,13 12 2 0 0,0 0 1 0 0,-1 0 0 0 0,1 1-1 0 0,-1 0 1 0 0,1 1 0 0 0,-1-1-1 0 0,0 2 1 0 0,0-1 0 0 0,0 1-1 0 0,0 0 1 0 0,-12 0 0 0 0,16 1-8 0 0,0 0 1 0 0,0 0-1 0 0,0 0 1 0 0,0 0 0 0 0,0 1-1 0 0,0 0 1 0 0,0 0-1 0 0,0 0 1 0 0,0 0 0 0 0,1 0-1 0 0,-1 1 1 0 0,0-1-1 0 0,1 1 1 0 0,-1 0-1 0 0,1 0 1 0 0,0 1 0 0 0,0-1-1 0 0,0 1 1 0 0,0-1-1 0 0,0 1 1 0 0,0 0 0 0 0,0 0-1 0 0,1 0 1 0 0,-3 6-1 0 0,0 3 0 0 0,3-9 0 0 0,0 1 0 0 0,0-1 0 0 0,1 1 0 0 0,-1 0 0 0 0,1 0 0 0 0,0 0 0 0 0,0 0 0 0 0,1 0 0 0 0,-1 0 0 0 0,1 0 0 0 0,0 0 0 0 0,0 0 0 0 0,0 0 0 0 0,0 0 0 0 0,1 0 0 0 0,-1 0 0 0 0,1 0 0 0 0,3 7 0 0 0,0 4 0 0 0,-3-13 0 0 0,-1 1 0 0 0,1-1 0 0 0,-1 0 0 0 0,1 1 0 0 0,0-1 0 0 0,0 0 0 0 0,0 0 0 0 0,0 1 0 0 0,1-1 0 0 0,-1 0 0 0 0,1 0 0 0 0,-1 0 0 0 0,1-1 0 0 0,0 1 0 0 0,-1 0 0 0 0,1 0 0 0 0,3 1 0 0 0,12 6-1 0 0,0-1 0 0 0,1 0 0 0 0,0-2 0 0 0,0 0 0 0 0,34 6 1 0 0,26 9-3 0 0,-71-19 3 0 0,0-1 0 0 0,0 1 0 0 0,0-1 0 0 0,13 0 0 0 0,11 1 0 0 0,-30-2 1 0 0,1 0-1 0 0,-1 0 1 0 0,1 0 0 0 0,-1 0-1 0 0,0 0 1 0 0,1 0-1 0 0,-1-1 1 0 0,1 1 0 0 0,-1-1-1 0 0,0 1 1 0 0,1-1-1 0 0,-1 1 1 0 0,0-1-1 0 0,0 0 1 0 0,1 0 0 0 0,-1 1-1 0 0,0-1 1 0 0,0 0-1 0 0,0 0 1 0 0,0 0-1 0 0,1-2 1 0 0,19-29 39 0 0,-14 21-19 0 0,-5 3-12 0 0,0 0 1 0 0,0 0 0 0 0,-1 0 0 0 0,0 0 0 0 0,0 0 0 0 0,-1-1 0 0 0,-1-13-1 0 0,1 8 1 0 0,0 4 0 0 0,-2-29 30 0 0,2 37-37 0 0,0 0 0 0 0,0 1 0 0 0,0-1 0 0 0,-1 0 0 0 0,1 0 0 0 0,-1 1 0 0 0,1-1 0 0 0,-1 1 0 0 0,0-1 0 0 0,0 0 0 0 0,0 1 0 0 0,0 0 0 0 0,0-1 0 0 0,0 1 0 0 0,0-1 0 0 0,0 1 0 0 0,-2-2 0 0 0,-41 14 75 0 0,-8-11-49 0 0,37-1-26 0 0,0 1 0 0 0,0 0 0 0 0,-18 3 1 0 0,14 1-2 0 0,1 2 1 0 0,-1 0-1 0 0,1 0 0 0 0,0 2 1 0 0,-18 10-1 0 0,18-5-2 0 0,18-12 0 0 0,1 0 0 0 0,-1-1 0 0 0,1 1 0 0 0,-1 0 0 0 0,0 0 0 0 0,1-1 0 0 0,0 1 0 0 0,-1 0 0 0 0,1-1 0 0 0,-1 1 0 0 0,1 0 0 0 0,0-1 0 0 0,-1 1 0 0 0,1-1 0 0 0,0 1 0 0 0,0-1 0 0 0,1 1 0 0 0,8 7 0 0 0,-1-2 0 0 0,1 1 0 0 0,1-1 0 0 0,-1-1 0 0 0,1 0 0 0 0,0 0 0 0 0,0-1 0 0 0,14 3 0 0 0,82 11 0 0 0,-106-18 0 0 0,25 4 0 0 0,-15-2 0 0 0,1 0 1 0 0,-1-1-1 0 0,0 0 0 0 0,1-1 0 0 0,-1 0 0 0 0,1-1 0 0 0,18-4 1 0 0,-27 5 2 0 0,0-1 0 0 0,0 0 0 0 0,0 0 0 0 0,0 0 1 0 0,0 0-1 0 0,-1-1 0 0 0,1 1 0 0 0,0-1 0 0 0,4-3 1 0 0,-7 4-2 0 0,1 0 1 0 0,0 0-1 0 0,-1 0 1 0 0,1 0 0 0 0,0 0-1 0 0,-1-1 1 0 0,1 1 0 0 0,-1 0-1 0 0,0 0 1 0 0,1-1-1 0 0,-1 1 1 0 0,0 0 0 0 0,0-1-1 0 0,0 1 1 0 0,0 0 0 0 0,0-1-1 0 0,0 1 1 0 0,0 0-1 0 0,-1 0 1 0 0,1-1 0 0 0,0 1-1 0 0,-1 0 1 0 0,1 0-1 0 0,-1-1 1 0 0,1 1 0 0 0,-2-1-1 0 0,-5-15 18 0 0,4 13-7 0 0,1-1 0 0 0,0 0-1 0 0,0 1 1 0 0,0-1 0 0 0,1 0-1 0 0,-1 0 1 0 0,0-8 0 0 0,2 12 43 0 0,2 2-52 0 0,-1-1 0 0 0,1 1 0 0 0,0-1 0 0 0,-1 1 0 0 0,1-1 1 0 0,-1 1-1 0 0,1 0 0 0 0,-1 0 0 0 0,1 0 0 0 0,-1 0 0 0 0,0 0 1 0 0,1 0-1 0 0,-1 0 0 0 0,0 0 0 0 0,0 0 0 0 0,0 1 0 0 0,1 0 1 0 0,23 31 18 0 0,-19-24 4 0 0,-5-6-34 0 0,0 1 1 0 0,0 0-1 0 0,0 0 1 0 0,0-1-1 0 0,-1 1 1 0 0,0 0-1 0 0,0 0 0 0 0,0 0 1 0 0,0 0-1 0 0,0-1 1 0 0,-1 1-1 0 0,0 0 1 0 0,0 0-1 0 0,0 0 0 0 0,-2 3 1 0 0,-3 28-94 0 0,6 173-246 0 0,0-206 346 0 0,-1-1-1 0 0,1 0 0 0 0,-1 0 0 0 0,1 0 1 0 0,-1 0-1 0 0,1 0 0 0 0,-1 0 1 0 0,0 0-1 0 0,0 0 0 0 0,0 0 0 0 0,1 0 1 0 0,-1 0-1 0 0,0 0 0 0 0,0-1 1 0 0,0 1-1 0 0,0 0 0 0 0,0-1 0 0 0,0 1 1 0 0,-1 0-1 0 0,1-1 0 0 0,0 0 0 0 0,0 1 1 0 0,-2 0-1 0 0,-35 9-22 0 0,30-8 15 0 0,-23 4-34 0 0,0-2 0 0 0,-58 2 0 0 0,37-4-96 0 0,107-14 131 0 0,-39 8 6 0 0,9-2 2 0 0,21-5-1 0 0,-34 6 4 0 0,-16 3 6 0 0,-120-12-9 0 0,-275-31-1 0 0,362 41 1 0 0,1-1-1 0 0,-1-1 0 0 0,-52-18 1 0 0,83 22-1 0 0,-35-12 2 0 0,0 2 0 0 0,-63-11 0 0 0,-37 6-2 0 0,-96-15 0 0 0,204 28 0 0 0,-50-1 1 0 0,-15-2-8 0 0,77 4 3 0 0,1 1 1 0 0,0 1-1 0 0,0 1 1 0 0,-1 0-1 0 0,1 2 1 0 0,0 0-1 0 0,0 1 1 0 0,0 1-1 0 0,0 1 0 0 0,-31 13 1 0 0,23 0 247 0 0,12-8-3352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40.2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2284 510 6224 0 0,'58'-13'78'0'0,"28"-11"239"0"0,-37 9-2 0 0,72-12 0 0 0,171-17 662 0 0,-274 41-896 0 0,0-2-1 0 0,0 0 0 0 0,0 0 0 0 0,25-13 1 0 0,-42 18-76 0 0,-1-1 1 0 0,1 1-1 0 0,-1 0 0 0 0,1 0 1 0 0,-1 0-1 0 0,1-1 1 0 0,-1 1-1 0 0,1 0 0 0 0,-1 0 1 0 0,1-1-1 0 0,-1 1 1 0 0,1 0-1 0 0,-1-1 0 0 0,1 1 1 0 0,-1-1-1 0 0,0 1 1 0 0,1-1-1 0 0,-1 1 0 0 0,0-1 1 0 0,1 1-1 0 0,-1-1 1 0 0,0 1-1 0 0,0-1 0 0 0,1 1 1 0 0,-1-1-1 0 0,0 1 1 0 0,0-1-1 0 0,0 1 0 0 0,0-1 1 0 0,0 1-1 0 0,0-1 1 0 0,0 0-1 0 0,0 1 0 0 0,0-1 1 0 0,0 1-1 0 0,0-1 1 0 0,0 1-1 0 0,0-1 0 0 0,0 0 1 0 0,-1 1-1 0 0,1-1 1 0 0,0 1-1 0 0,0-1 0 0 0,-1 1 1 0 0,1-1-1 0 0,0 1 1 0 0,-1-1-1 0 0,1 1 0 0 0,0-1 1 0 0,-1 1-1 0 0,1 0 1 0 0,-1-1-1 0 0,1 1 0 0 0,-1-1 1 0 0,-1 0 9 0 0,-1-1-1 0 0,1 0 1 0 0,-1 1 0 0 0,0 0-1 0 0,1 0 1 0 0,-1 0 0 0 0,0 0-1 0 0,0 0 1 0 0,0 0 0 0 0,1 1-1 0 0,-1-1 1 0 0,0 1 0 0 0,0 0-1 0 0,-4 0 1 0 0,-124 13 196 0 0,-140 32 1 0 0,155-23-91 0 0,-270 55 236 0 0,-154 25 230 0 0,103-33 465 0 0,391-68-702 0 0,39-1-211 0 0,-1-1 0 0 0,1 2-1 0 0,-1-1 1 0 0,-12 3 0 0 0,20-3-126 0 0,0 0-1 0 0,0 0 1 0 0,0 0 0 0 0,0 0-1 0 0,0 0 1 0 0,0 0 0 0 0,0 0-1 0 0,0 0 1 0 0,0 0 0 0 0,0 0-1 0 0,0 0 1 0 0,0-1-1 0 0,0 1 1 0 0,-1-1 190 0 0,1 1-191 0 0,0 0 1 0 0,0 0 0 0 0,0 0-1 0 0,0 0 1 0 0,-1 0 0 0 0,1 0-1 0 0,0 0 1 0 0,0 0 0 0 0,0 0-1 0 0,0 0 1 0 0,0 0-1 0 0,0 0 1 0 0,0 0 0 0 0,0 0-1 0 0,0 0 1 0 0,0 0 0 0 0,0 0-1 0 0,0 0 1 0 0,-1 0 0 0 0,1 0-1 0 0,0 0 1 0 0,0 0 0 0 0,0 0-1 0 0,0 0 1 0 0,0 0 0 0 0,0 0-1 0 0,0 0 1 0 0,0 1 0 0 0,8-9 322 0 0,18-10 46 0 0,-16 13-243 0 0,1 0 0 0 0,-1 1 0 0 0,16-3 0 0 0,-6 1-18 0 0,314-67 839 0 0,20 25-240 0 0,733-22 370 0 0,-550 47-843 0 0,-225 7-130 0 0,-262 15-66 0 0,-45 1-24 0 0,-6 0 1 0 0,-27 0 27 0 0,-289 12 65 0 0,-72-1-21 0 0,81-13-26 0 0,-82-2 23 0 0,15-4-7 0 0,104 4-5 0 0,170 2-47 0 0,-171-11 74 0 0,270 13-109 0 0,0 0 1 0 0,-1 0 1 0 0,0 0-1 0 0,0-1 0 0 0,0 1 0 0 0,0-1 0 0 0,0 1 0 0 0,1-1 0 0 0,-1 0 0 0 0,0 0 0 0 0,1 0 1 0 0,-1-1-1 0 0,1 1 0 0 0,-1-1 0 0 0,1 1 0 0 0,-3-3 0 0 0,5 3-1 0 0,0 1 0 0 0,0-1-1 0 0,0 1 1 0 0,0-1 0 0 0,0 1 0 0 0,0-1-1 0 0,0 0 1 0 0,0 1 0 0 0,0-1 0 0 0,0 1-1 0 0,1-1 1 0 0,-1 1 0 0 0,0-1 0 0 0,0 1-1 0 0,0-1 1 0 0,1 1 0 0 0,-1-1 0 0 0,0 1-1 0 0,1-1 1 0 0,-1 1 0 0 0,0-1 0 0 0,1 1-1 0 0,-1 0 1 0 0,1-1 0 0 0,-1 1 0 0 0,1-1-1 0 0,-1 1 1 0 0,1 0 0 0 0,-1 0 0 0 0,1-1-1 0 0,-1 1 1 0 0,1 0 0 0 0,-1 0 0 0 0,1 0-1 0 0,-1-1 1 0 0,1 1 0 0 0,0 0 0 0 0,28-11 4 0 0,-24 10-4 0 0,195-52 19 0 0,-73 22 5 0 0,-66 15-15 0 0,6-4 10 0 0,0 3 0 0 0,1 4 0 0 0,101-9-1 0 0,-15 21 13 0 0,85-5 35 0 0,-185 0-47 0 0,31-2 33 0 0,160 3-1 0 0,-69 22 13 0 0,62 4 48 0 0,-232-21-110 0 0,50 1 68 0 0,0 3 0 0 0,104 19 0 0 0,-159-22-68 0 0,1-1 0 0 0,-1 0 0 0 0,1 1 1 0 0,-1-1-1 0 0,0 1 0 0 0,0-1 0 0 0,1 1 0 0 0,-1-1 1 0 0,0 1-1 0 0,0 0 0 0 0,0 0 0 0 0,0-1 1 0 0,1 1-1 0 0,-1 0 0 0 0,0 0 0 0 0,0 2 0 0 0,0-3-1 0 0,-1 1 0 0 0,0-1 0 0 0,0 1 0 0 0,0-1-1 0 0,0 1 1 0 0,0-1 0 0 0,0 1 0 0 0,0 0 0 0 0,0-1-1 0 0,0 1 1 0 0,0-1 0 0 0,0 1 0 0 0,0-1-1 0 0,0 1 1 0 0,-1-1 0 0 0,1 1 0 0 0,0 0 0 0 0,0-1-1 0 0,-1 1 1 0 0,1-1 0 0 0,0 0 0 0 0,0 1-1 0 0,-1-1 1 0 0,1 1 0 0 0,-1-1 0 0 0,1 1 0 0 0,-4 3 7 0 0,-1-1-1 0 0,1 0 1 0 0,0 0 0 0 0,-1 0 0 0 0,1-1 0 0 0,-9 4 0 0 0,-32 12 7 0 0,-1-3 0 0 0,0-2-1 0 0,-1-2 1 0 0,0-2 0 0 0,-52 3 0 0 0,-244-1 7 0 0,210-11-12 0 0,-270-5 27 0 0,-83 1 19 0 0,291 8-32 0 0,-103 5 21 0 0,207-8-32 0 0,64-2-10 0 0,1 1 0 0 0,0 1 0 0 0,0 1 0 0 0,-34 8 0 0 0,81-15-4 0 0,1 1 0 0 0,23-1 0 0 0,7-1 0 0 0,43-4 5 0 0,137 4-1 0 0,-28 2 2 0 0,383 9 17 0 0,-455-1-13 0 0,496 41 30 0 0,-27-2 26 0 0,-429-31-12 0 0,-123-6-21 0 0,-42-4-15 0 0,-8-1 4 0 0,-37 0 33 0 0,-23-2-38 0 0,-211 2 6 0 0,-227 1-3 0 0,74-4-8 0 0,64 1-18 0 0,138-3-2 0 0,-612-14-91 0 0,823 18 96 0 0,-30-1-22 0 0,1-2 0 0 0,-62-11 1 0 0,102 14 24 0 0,0 0-1 0 0,0 0 1 0 0,1 0 0 0 0,-1 0 0 0 0,0-1 0 0 0,0 1-1 0 0,0 0 1 0 0,0 0 0 0 0,1-1 0 0 0,-1 1 0 0 0,0 0-1 0 0,0-1 1 0 0,1 1 0 0 0,-1-1 0 0 0,0 1 0 0 0,1-1-1 0 0,-1 0 1 0 0,0 1 0 0 0,1-1 0 0 0,-1 1 0 0 0,1-1-1 0 0,-1 0 1 0 0,1 0 0 0 0,-1-1 0 0 0,1 1 0 0 0,0 0 0 0 0,0 0-1 0 0,0 1 1 0 0,1-1 0 0 0,-1 0 0 0 0,0 0 0 0 0,1 0 0 0 0,-1 1 0 0 0,0-1-1 0 0,1 0 1 0 0,-1 0 0 0 0,1 1 0 0 0,0-1 0 0 0,-1 0 0 0 0,1 1 0 0 0,0-1-1 0 0,-1 1 1 0 0,1-1 0 0 0,0 0 0 0 0,6-4 0 0 0,0 1-1 0 0,-1 0 1 0 0,1 1 0 0 0,8-4-1 0 0,23-4 1 0 0,0 1 1 0 0,0 2-1 0 0,0 1 0 0 0,70-1 0 0 0,-61 4 1 0 0,166-7 12 0 0,22-2 14 0 0,-125 4 0 0 0,143 7 0 0 0,161-2 53 0 0,-87-7 9 0 0,-111 5-10 0 0,-199 2-65 0 0,-17 4-14 0 0,0 0 1 0 0,0-1 0 0 0,1 1-1 0 0,-1 0 1 0 0,0 0 0 0 0,0 0-1 0 0,0 0 1 0 0,0 0 0 0 0,1-1-1 0 0,-1 1 1 0 0,0 0-1 0 0,0 0 1 0 0,0 0 0 0 0,1 0-1 0 0,-1 0 1 0 0,0 0 0 0 0,0 0-1 0 0,0 0 1 0 0,1 0 0 0 0,-1 0-1 0 0,0 0 1 0 0,0 0 0 0 0,0 0-1 0 0,1 0 1 0 0,-1 0 0 0 0,0 0-1 0 0,0 0 1 0 0,1 0 0 0 0,-1 0-1 0 0,0 0 1 0 0,0 0 0 0 0,0 0-1 0 0,1 0 1 0 0,-1 0 0 0 0,0 0-1 0 0,0 1 1 0 0,0-1 0 0 0,0 0-1 0 0,1 0 1 0 0,-1 0 0 0 0,0 0-1 0 0,0 0 1 0 0,0 1 0 0 0,0-1-1 0 0,0 0 1 0 0,1 0 0 0 0,-1 0-1 0 0,0 0 1 0 0,0 1 0 0 0,0-1-1 0 0,0 0 1 0 0,0 0-1 0 0,0 0 1 0 0,0 1 0 0 0,0-1-1 0 0,0 0 1 0 0,0 0 0 0 0,0 1-1 0 0,0-1 1 0 0,0 0 0 0 0,0 0-1 0 0,0 0 1 0 0,0 1 0 0 0,0-1-1 0 0,-13 0 10 0 0,-52-2-6 0 0,-5-1-1 0 0,0 3 1 0 0,-116 14-1 0 0,108-1-3 0 0,0-4 0 0 0,-117-1 0 0 0,-457 30-20 0 0,423-19 12 0 0,-45 10-27 0 0,-148 7-30 0 0,342-35 50 0 0,-10 1-10 0 0,55 0 17 0 0,332-49 8 0 0,-154 25 0 0 0,124-12 2 0 0,-193 31 2 0 0,338-26 1 0 0,-39 0 14 0 0,-230 20-15 0 0,60-17 4 0 0,41-2 0 0 0,-170 25-3 0 0,1 4 0 0 0,83 11 1 0 0,-85-5 10 0 0,-73-7-16 0 0,-1 0 0 0 0,1 0 1 0 0,0 0-1 0 0,0 0 0 0 0,0 1 1 0 0,0-1-1 0 0,0 0 0 0 0,0 0 1 0 0,-1 0-1 0 0,1 0 1 0 0,0 0-1 0 0,0 1 0 0 0,0-1 1 0 0,0 0-1 0 0,0 0 0 0 0,0 0 1 0 0,0 0-1 0 0,0 0 0 0 0,0 1 1 0 0,0-1-1 0 0,0 0 0 0 0,0 0 1 0 0,0 0-1 0 0,0 1 0 0 0,0-1 1 0 0,0 0-1 0 0,0 0 0 0 0,0 0 1 0 0,0 0-1 0 0,0 1 0 0 0,0-1 1 0 0,0 0-1 0 0,0 0 1 0 0,0 0-1 0 0,0 0 0 0 0,0 0 1 0 0,0 1-1 0 0,0-1 0 0 0,0 0 1 0 0,1 0-1 0 0,-1 0 0 0 0,0 0 1 0 0,0 0-1 0 0,0 1 0 0 0,0-1 1 0 0,0 0-1 0 0,0 0 0 0 0,1 0 1 0 0,-1 0-1 0 0,0 0 0 0 0,0 0 1 0 0,0 0-1 0 0,0 0 0 0 0,1 0 1 0 0,-1 0-1 0 0,0 0 1 0 0,0 0-1 0 0,0 0 0 0 0,0 0 1 0 0,1 0-1 0 0,-11 4 4 0 0,3-3 1 0 0,-350 17 18 0 0,337-16-22 0 0,-78 7 3 0 0,-132-5 0 0 0,-137-7 0 0 0,-21-1 0 0 0,376 3-4 0 0,-457-7-22 0 0,-1 2-68 0 0,245-4 60 0 0,0 17-44 0 0,227-7 74 0 0,1 0 0 0 0,-1-1 0 0 0,0 1 0 0 0,0-1 0 0 0,0 1 0 0 0,0-1 0 0 0,0 0 0 0 0,0 0 0 0 0,0 0 0 0 0,-1 0 0 0 0,1 0 0 0 0,2-2 0 0 0,14-7 0 0 0,4 2 3 0 0,1 0-1 0 0,1 2 0 0 0,-1 0 0 0 0,47-4 1 0 0,101 5 22 0 0,-103 5-11 0 0,74-9 1 0 0,-10-9 25 0 0,1 5 0 0 0,232 9 0 0 0,6 15 72 0 0,-118-4-24 0 0,-160-1-49 0 0,0-4 0 0 0,112-12 0 0 0,-177 5-22 0 0,51-17 0 0 0,-63 17-11 0 0,0-1 0 0 0,1 2 0 0 0,0 0 0 0 0,0 1 0 0 0,-1 1 1 0 0,2 1-1 0 0,30 0 0 0 0,-5 5 18 0 0,-43-4-24 0 0,1 0 1 0 0,-1 0 0 0 0,1-1-1 0 0,-1 1 1 0 0,1 0-1 0 0,-1 0 1 0 0,1-1 0 0 0,-1 1-1 0 0,1 0 1 0 0,-1-1 0 0 0,0 1-1 0 0,1-1 1 0 0,-1 1 0 0 0,0 0-1 0 0,1-1 1 0 0,-1 1-1 0 0,0-1 1 0 0,1 1 0 0 0,-1-1-1 0 0,0 1 1 0 0,0-1 0 0 0,1 1-1 0 0,-1-1 1 0 0,0 1-1 0 0,0-1 1 0 0,0 1 0 0 0,0-1-1 0 0,0 0 1 0 0,0 1 0 0 0,0-1-1 0 0,0 1 1 0 0,0-1 0 0 0,0 1-1 0 0,0-1 1 0 0,0 1-1 0 0,0-1 1 0 0,-1 0 0 0 0,1 1-1 0 0,0-1 1 0 0,0 1 0 0 0,-1-1-1 0 0,1 1 1 0 0,0 0-1 0 0,-1-2 1 0 0,1 2 1 0 0,-3-1-1 0 0,1-1-1 0 0,-1 1 1 0 0,0 0-1 0 0,1 0 1 0 0,-1 0-1 0 0,0 1 1 0 0,0-1-1 0 0,0 1 1 0 0,1 0-1 0 0,-1-1 1 0 0,0 1-1 0 0,0 0 1 0 0,0 1-1 0 0,0-1 1 0 0,1 0-1 0 0,-6 2 1 0 0,1-1 0 0 0,-36 6 4 0 0,-43 12 0 0 0,14-3-2 0 0,-15-3-2 0 0,-121 0 0 0 0,-14 2-2 0 0,-142 11 1 0 0,-164 2-22 0 0,422-17 4 0 0,-113-3 0 0 0,-104-19-35 0 0,307 10 52 0 0,-26 2-4 0 0,32-1 3 0 0,0 1 0 0 0,-1-1 1 0 0,1-1-1 0 0,0 0 0 0 0,0 0 1 0 0,-19-5-1 0 0,29 6 2 0 0,0 0 0 0 0,-1 0-1 0 0,1 0 1 0 0,0 0 0 0 0,-1 0 0 0 0,1 0-1 0 0,0 0 1 0 0,0 0 0 0 0,-1 0 0 0 0,1 0-1 0 0,0-1 1 0 0,0 1 0 0 0,-1 0 0 0 0,1 0-1 0 0,0 0 1 0 0,0 0 0 0 0,-1 0 0 0 0,1 0-1 0 0,0-1 1 0 0,0 1 0 0 0,-1 0 0 0 0,1 0-1 0 0,0 0 1 0 0,0-1 0 0 0,0 1 0 0 0,0 0-1 0 0,-1 0 1 0 0,1 0 0 0 0,0-1 0 0 0,0 1 0 0 0,0 0-1 0 0,0 0 1 0 0,0-1 0 0 0,0 1 0 0 0,0 0-1 0 0,-1-1 1 0 0,1 1 0 0 0,0 0 0 0 0,0 0-1 0 0,0-1 1 0 0,0 1 0 0 0,0 0 0 0 0,0 0-1 0 0,1-1 1 0 0,-1 1 0 0 0,0 0 0 0 0,0-1-1 0 0,0 1 1 0 0,0 0 0 0 0,0-1 0 0 0,23-9-11 0 0,20-3 11 0 0,2 2 0 0 0,-1 2 0 0 0,1 2 0 0 0,88-2 0 0 0,-48 8 0 0 0,106-16 0 0 0,97-5 0 0 0,3 25 0 0 0,-284-3 0 0 0,234-4 0 0 0,79 3 3 0 0,-133 24 18 0 0,-43-5-5 0 0,-108-16-7 0 0,-28-2-4 0 0,0 0 0 0 0,0 0 0 0 0,0 1 0 0 0,0 0 0 0 0,11 3 0 0 0,-17-3-4 0 0,0 0 0 0 0,1 0-1 0 0,-1 1 1 0 0,0-1 0 0 0,0 0 0 0 0,0 1-1 0 0,0-1 1 0 0,0 1 0 0 0,0-1 0 0 0,0 1 0 0 0,0 0-1 0 0,-1 0 1 0 0,1 0 0 0 0,-1 0 0 0 0,1 0 0 0 0,-1 0-1 0 0,0 1 1 0 0,0-1 0 0 0,0 0 0 0 0,0 1 0 0 0,0 2-1 0 0,0-4 0 0 0,-1 0 0 0 0,0 0 1 0 0,0 0-1 0 0,0 0 0 0 0,0 0 0 0 0,0 0 0 0 0,0 0 0 0 0,0 0 0 0 0,0 0 0 0 0,-1 0 0 0 0,1 0 0 0 0,0 0 0 0 0,0 0 0 0 0,-1 0 0 0 0,1 0 0 0 0,-1-1 0 0 0,1 1 0 0 0,-1 0 1 0 0,1 0-1 0 0,-1 0 0 0 0,0-1 0 0 0,1 1 0 0 0,-1 0 0 0 0,0-1 0 0 0,1 1 0 0 0,-1 0 0 0 0,0-1 0 0 0,0 1 0 0 0,-1 0 0 0 0,-30 13 4 0 0,25-12-3 0 0,-23 8 0 0 0,-1-1 0 0 0,0-2 0 0 0,-41 5 0 0 0,-98 1 3 0 0,35-4-3 0 0,-68 13-1 0 0,-145 13 0 0 0,-33 4 0 0 0,13-1 0 0 0,365-38 0 0 0,-139 9-4 0 0,-198 38-1 0 0,123-8-8 0 0,161-30 11 0 0,207-45 20 0 0,36-7 12 0 0,111 14 20 0 0,-90 12-10 0 0,1014-48 276 0 0,-722 84-156 0 0,-227 13-19 0 0,-235-27-110 0 0,-34-4-26 0 0,36 7 38 0 0,-37-8-39 0 0,-1 1 0 0 0,0 0 0 0 0,0 0 0 0 0,0 0 1 0 0,1 0-1 0 0,-1 0 0 0 0,0 0 0 0 0,0 1 0 0 0,-1-1 1 0 0,1 1-1 0 0,0-1 0 0 0,0 1 0 0 0,-1 0 0 0 0,3 3 0 0 0,-4 3 23 0 0,-14-6-4 0 0,-53 4 3 0 0,-71 15 0 0 0,26-2-10 0 0,109-19-16 0 0,-80 12 13 0 0,-103 0 0 0 0,-306 6-11 0 0,210-5-26 0 0,-156 18-33 0 0,46-1-18 0 0,57 7-60 0 0,306-38 97 0 0,22-4 13 0 0,16-3-12 0 0,15 7 2 0 0,481-65-38 0 0,106 17 24 0 0,-361 38 35 0 0,-131 3 8 0 0,229-6-4 0 0,-22 6 10 0 0,-260 5 0 0 0,256 12 0 0 0,-231-3 0 0 0,89 13 0 0 0,-162-13 1 0 0,-18-6-1 0 0,1 0 0 0 0,-1 0 0 0 0,0 1 0 0 0,0-1 0 0 0,0 0 0 0 0,1 1 0 0 0,-1-1 0 0 0,0 0-1 0 0,0 1 1 0 0,0-1 0 0 0,0 0 0 0 0,0 1 0 0 0,1-1 0 0 0,-1 0 0 0 0,0 1 0 0 0,0-1 0 0 0,0 0 0 0 0,0 1 0 0 0,0-1 0 0 0,0 0 0 0 0,0 1 0 0 0,0-1 0 0 0,-1 0 0 0 0,1 1 0 0 0,0-1 0 0 0,0 0 0 0 0,0 1-1 0 0,0-1 1 0 0,-2 2-2 0 0,1 0 0 0 0,0 0 0 0 0,-1-1 0 0 0,1 1-1 0 0,-1-1 1 0 0,1 1 0 0 0,-1-1 0 0 0,0 0 0 0 0,1 1 0 0 0,-1-1-1 0 0,0 0 1 0 0,-3 1 0 0 0,-15 5-9 0 0,-1 0 0 0 0,0-2 0 0 0,1 0 0 0 0,-24 2 0 0 0,5-1-1 0 0,-1022 104-604 0 0,958-103 552 0 0,-217 8-136 0 0,-106 15-29 0 0,340-22 178 0 0,-289 4-209 0 0,364-12 249 0 0,1 1 0 0 0,-1 0-1 0 0,-19 5 1 0 0,19-4-7 0 0,10-7-3 0 0,1-1 5 0 0,6 5 10 0 0,124-12 4 0 0,52-8 2 0 0,199-20 8 0 0,-278 35-6 0 0,-76 4-1 0 0,519-34 44 0 0,0 28 34 0 0,-395 9-57 0 0,-63-2 8 0 0,1 3 0 0 0,122 21 0 0 0,-210-23-30 0 0,41 10 23 0 0,-41-9-20 0 0,1-1-1 0 0,0 1 1 0 0,-1 0 0 0 0,1 0-1 0 0,0-1 1 0 0,-1 1-1 0 0,1 0 1 0 0,-1 0-1 0 0,1 0 1 0 0,-1 1 0 0 0,0-1-1 0 0,0 0 1 0 0,1 0-1 0 0,-1 1 1 0 0,0-1-1 0 0,0 1 1 0 0,0-1 0 0 0,0 1-1 0 0,1 2 1 0 0,-2-4-2 0 0,0 1 0 0 0,0-1 0 0 0,0 0 0 0 0,0 1 1 0 0,0-1-1 0 0,0 1 0 0 0,0-1 0 0 0,-1 1 0 0 0,1-1 0 0 0,0 0 1 0 0,0 1-1 0 0,0-1 0 0 0,0 1 0 0 0,0-1 0 0 0,-1 0 0 0 0,1 1 1 0 0,0-1-1 0 0,0 1 0 0 0,-1-1 0 0 0,1 0 0 0 0,0 1 0 0 0,-1-1 1 0 0,1 0-1 0 0,0 0 0 0 0,-1 1 0 0 0,1-1 0 0 0,0 0 0 0 0,-1 0 1 0 0,1 1-1 0 0,-1-1 0 0 0,1 0 0 0 0,-1 0 0 0 0,-18 5 17 0 0,11-3-12 0 0,-369 84 90 0 0,325-75-85 0 0,-40 4 12 0 0,0-5 0 0 0,-100-1 0 0 0,-37 3 16 0 0,116 1-23 0 0,-123 8 24 0 0,150-17-29 0 0,-58 0 32 0 0,-259 42 0 0 0,365-40-29 0 0,26-4-6 0 0,1 0 0 0 0,-1 0 0 0 0,1 1 1 0 0,-14 5-1 0 0,2-4 17 0 0,23-4-24 0 0,0 0 0 0 0,-1-1 0 0 0,1 1 0 0 0,0 0 0 0 0,-1 0 0 0 0,1 0 0 0 0,-1 0 0 0 0,1 0 0 0 0,0 0 0 0 0,-1 0 0 0 0,1-1 0 0 0,0 1-1 0 0,-1 0 1 0 0,1 0 0 0 0,0 0 0 0 0,-1-1 0 0 0,1 1 0 0 0,0 0 0 0 0,0 0 0 0 0,-1-1 0 0 0,1 1 0 0 0,0 0 0 0 0,0-1 0 0 0,0 1-1 0 0,-1 0 1 0 0,1-1 0 0 0,0 1 0 0 0,0 0 0 0 0,0-1 0 0 0,0 1 0 0 0,0-1 0 0 0,0 1 0 0 0,0 0 0 0 0,-1-1 0 0 0,1 1 0 0 0,0 0 0 0 0,0-1-1 0 0,1 1 1 0 0,-1-1 0 0 0,0 1 0 0 0,0 0 0 0 0,0-1 0 0 0,0 1 0 0 0,0 0 0 0 0,0-1 0 0 0,0 1 0 0 0,1-1 0 0 0,-1 1 0 0 0,0 0-1 0 0,0 0 1 0 0,1-1 0 0 0,12 0 42 0 0,100-31 26 0 0,-63 17-36 0 0,56-11 0 0 0,101 8 38 0 0,-16 2-14 0 0,145-20 53 0 0,180 6 37 0 0,-313 17-103 0 0,91-1 5 0 0,75-6-9 0 0,-338 19-36 0 0,-1 2 1 0 0,36 5-1 0 0,-26-2 2 0 0,-27-5 2 0 0,0 0-3 0 0,-12 2-4 0 0,-5 1 0 0 0,-38 6 5 0 0,6-3-6 0 0,4 2-1 0 0,-1-1 0 0 0,-34 1 0 0 0,0-1-5 0 0,-232 11-18 0 0,130-11-8 0 0,-217 2-89 0 0,-82 6-131 0 0,95 18 18 0 0,363-32 221 0 0,0 1 0 0 0,1-2-1 0 0,-20-2 1 0 0,-9 0-42 0 0,37 3 54 0 0,1 0 1 0 0,-1 0-1 0 0,1 0 0 0 0,-1 0 0 0 0,1 0 0 0 0,-1 0 0 0 0,1 0 0 0 0,0 0 1 0 0,-1 0-1 0 0,1 0 0 0 0,-1 0 0 0 0,1 0 0 0 0,0 0 0 0 0,-1 1 0 0 0,1-1 0 0 0,-1 0 1 0 0,1 0-1 0 0,0 0 0 0 0,-1 1 0 0 0,1-1 0 0 0,-1 0 0 0 0,1 0 0 0 0,0 1 0 0 0,0-1 1 0 0,-1 0-1 0 0,1 1 0 0 0,0-1 0 0 0,-1 0 0 0 0,1 1 0 0 0,0-1 0 0 0,0 1 0 0 0,0-1 1 0 0,-1 1-1 0 0,2-1 0 0 0,-1 1 0 0 0,0-1 0 0 0,0 1 0 0 0,1-1 0 0 0,-1 1 0 0 0,0-1 0 0 0,1 0 1 0 0,-1 1-1 0 0,0-1 0 0 0,1 1 0 0 0,-1-1 0 0 0,0 0 0 0 0,1 1 0 0 0,-1-1 0 0 0,1 0 0 0 0,-1 0 1 0 0,1 0-1 0 0,-1 1 0 0 0,1-1 0 0 0,-1 0 0 0 0,1 0 0 0 0,-1 0 0 0 0,1 0 0 0 0,-1 0 0 0 0,1 0 0 0 0,-1 0 1 0 0,1 0-1 0 0,-1 0 0 0 0,1 0 0 0 0,0 0 0 0 0,114-4-19 0 0,-72 3 18 0 0,-1-2 1 0 0,70-15-1 0 0,15-2 0 0 0,218-3 2 0 0,22-2 0 0 0,-53 3 4 0 0,-8 0 2 0 0,465-18 16 0 0,-741 36-16 0 0,-25 3-5 0 0,-1 0 1 0 0,1 1 0 0 0,-1-1-1 0 0,1 1 1 0 0,-1 0-1 0 0,1 0 1 0 0,-1 0-1 0 0,1 1 1 0 0,-1-1-1 0 0,9 3 1 0 0,-43 1 23 0 0,-65 7-17 0 0,-195 21 22 0 0,-16 4-13 0 0,154-12-7 0 0,84-12-4 0 0,-55 17-5 0 0,111-22-2 0 0,14 2-2 0 0,-1-8 2 0 0,1 1 0 0 0,-1-1 1 0 0,1 0-1 0 0,-1 0 0 0 0,1 0 0 0 0,0 0 0 0 0,-1 0 1 0 0,1 0-1 0 0,0-1 0 0 0,-1 1 0 0 0,1 0 0 0 0,3 0 1 0 0,30 3-14 0 0,42 6-8 0 0,141 1 0 0 0,-115-10 11 0 0,1 4-1 0 0,132 24 1 0 0,-227-27 10 0 0,14 2-2 0 0,0-1 1 0 0,1-1-1 0 0,0-1 1 0 0,29-2-1 0 0,4-6 3 0 0,111 3 0 0 0,67 7 0 0 0,-227-4 0 0 0,0 0 0 0 0,0-1 0 0 0,0 0 0 0 0,0 0 0 0 0,-1-1 0 0 0,14-6 0 0 0,-16 6 0 0 0,1 1 0 0 0,-1-1 0 0 0,1 1 0 0 0,-1 0 0 0 0,1 1 0 0 0,0-1 0 0 0,-1 1 0 0 0,1 0 0 0 0,0 0 0 0 0,0 1 0 0 0,7 0 0 0 0,-12 0 1 0 0,0 1-1 0 0,0-1 1 0 0,-1 1-1 0 0,1-1 1 0 0,0 0-1 0 0,0 1 1 0 0,-1-1-1 0 0,1 1 1 0 0,0-1-1 0 0,-1 1 1 0 0,1 0-1 0 0,-1-1 1 0 0,1 1-1 0 0,-1 0 1 0 0,1-1-1 0 0,-1 1 1 0 0,1 0-1 0 0,-1 0 0 0 0,0-1 1 0 0,1 1-1 0 0,-1 0 1 0 0,0 0-1 0 0,0 0 1 0 0,0-1-1 0 0,1 1 1 0 0,-1 0-1 0 0,0 2 1 0 0,0-3 1 0 0,-1-10 0 0 0,-9 16 0 0 0,7-4-1 0 0,0 0-1 0 0,0 0 1 0 0,0 0-1 0 0,0 0 1 0 0,0 0-1 0 0,0-1 1 0 0,-1 1-1 0 0,1-1 1 0 0,0 0-1 0 0,-5 1 1 0 0,-173 26 10 0 0,-115 11 10 0 0,255-39-14 0 0,-1-2 1 0 0,1-2-1 0 0,-54-11 0 0 0,34 5 2 0 0,38 5-4 0 0,0-1-1 0 0,0-1 0 0 0,-26-11 1 0 0,25 8 2 0 0,-50-12 0 0 0,73 22-6 0 0,1-1 0 0 0,-1 1-1 0 0,0-1 1 0 0,0 1-1 0 0,0 0 1 0 0,0 0-1 0 0,0-1 1 0 0,0 1 0 0 0,0 0-1 0 0,0 0 1 0 0,0 0-1 0 0,0 0 1 0 0,0 0 0 0 0,0 0-1 0 0,0 1 1 0 0,0-1-1 0 0,0 0 1 0 0,0 0 0 0 0,0 1-1 0 0,0-1 1 0 0,0 0-1 0 0,0 1 1 0 0,0-1 0 0 0,1 1-1 0 0,-1 0 1 0 0,0-1-1 0 0,0 1 1 0 0,0-1-1 0 0,1 1 1 0 0,-1 0 0 0 0,0 0-1 0 0,1-1 1 0 0,-1 1-1 0 0,1 0 1 0 0,-1 0 0 0 0,1 0-1 0 0,-1 0 1 0 0,1 0-1 0 0,0 0 1 0 0,-1 0 0 0 0,1 0-1 0 0,0 0 1 0 0,0-1-1 0 0,-1 1 1 0 0,1 0-1 0 0,0 0 1 0 0,0 0 0 0 0,0 0-1 0 0,0 0 1 0 0,1 0-1 0 0,-1 2 1 0 0,3 1 12 0 0,3-9-8 0 0,4-2 1 0 0,16-9-5 0 0,7 5-1 0 0,1 2 0 0 0,-1 1 0 0 0,58-6 0 0 0,27-5 0 0 0,44-15 0 0 0,-122 27 0 0 0,-12 1 0 0 0,32-9 0 0 0,-3-1 0 0 0,-37 11 0 0 0,0-1 0 0 0,28-12 0 0 0,-25 7 0 0 0,-1 1 0 0 0,0-1 0 0 0,33-24 0 0 0,0 1 24 0 0,-54 33-21 0 0,0 0 1 0 0,-1 0-1 0 0,1 0 0 0 0,0-1 0 0 0,-1 1 0 0 0,1 0 0 0 0,-1-1 0 0 0,1 1 0 0 0,-1 0 0 0 0,0-1 0 0 0,1 1 0 0 0,-1 0 0 0 0,0-1 0 0 0,0 1 0 0 0,0-3 0 0 0,0 4 0 0 0,0-1 0 0 0,0 0-1 0 0,0 1 1 0 0,0-1 0 0 0,0 0-1 0 0,0 1 1 0 0,0-1 0 0 0,-1 1-1 0 0,1-1 1 0 0,0 0 0 0 0,0 1-1 0 0,0-1 1 0 0,-1 0-1 0 0,1 1 1 0 0,0-1 0 0 0,-1 1-1 0 0,1-1 1 0 0,0 1 0 0 0,-1-1-1 0 0,1 1 1 0 0,-1-1 0 0 0,1 1-1 0 0,-1-1 1 0 0,1 1-1 0 0,-1 0 1 0 0,1-1 0 0 0,-1 1-1 0 0,1 0 1 0 0,-1-1 0 0 0,0 1-1 0 0,1 0 1 0 0,-1 0 0 0 0,1-1-1 0 0,-1 1 1 0 0,0 0-1 0 0,1 0 1 0 0,-1 0 0 0 0,0 0-1 0 0,0 0 1 0 0,-113 15 52 0 0,-178 46-1 0 0,239-50-43 0 0,-60 6 0 0 0,-8 0 1 0 0,67-6-4 0 0,17-5-2 0 0,0 1 0 0 0,1 2 0 0 0,-69 28 0 0 0,100-35-3 0 0,-14 7 0 0 0,19-9-3 0 0,0 0 0 0 0,0 0 0 0 0,0 0 0 0 0,-1 0 0 0 0,1 0 0 0 0,0 1 0 0 0,0-1 0 0 0,0 0 1 0 0,0 0-1 0 0,-1 0 0 0 0,1 0 0 0 0,0 1 0 0 0,0-1 0 0 0,0 0 0 0 0,0 0 0 0 0,0 0 0 0 0,0 1 0 0 0,0-1 1 0 0,0 0-1 0 0,0 0 0 0 0,-1 0 0 0 0,1 1 0 0 0,0-1 0 0 0,0 0 0 0 0,0 0 0 0 0,0 1 0 0 0,0-1 1 0 0,0 0-1 0 0,1 0 0 0 0,-1 1 0 0 0,0-1 0 0 0,0 0 0 0 0,0 0 0 0 0,0 0 0 0 0,0 1 0 0 0,0-1 0 0 0,0 0 1 0 0,0 0-1 0 0,0 0 0 0 0,1 1 0 0 0,-1-1 0 0 0,0 0 0 0 0,0 0 0 0 0,0 0 0 0 0,0 0 0 0 0,1 0 1 0 0,-1 1-1 0 0,0-1 0 0 0,0 0 0 0 0,0 0 0 0 0,1 0 0 0 0,-1 0 0 0 0,0 0 0 0 0,0 0 0 0 0,0 0 0 0 0,1 0 1 0 0,-1 0-1 0 0,0 0 0 0 0,0 0 0 0 0,1 0 0 0 0,-1 0 0 0 0,0 0 0 0 0,0 0 0 0 0,0 0 0 0 0,1 0 1 0 0,-1 0-1 0 0,0 0 0 0 0,0 0 0 0 0,1 0 0 0 0,33 2 5 0 0,-8-2-2 0 0,46 8-2 0 0,124 5-1 0 0,-146-13 0 0 0,-2 0 0 0 0,81-10 0 0 0,-74 1 0 0 0,162-35 0 0 0,-183 36 0 0 0,0 1 0 0 0,40-2 0 0 0,-19 2 0 0 0,-48 6 0 0 0,-1-1 0 0 0,1 0 0 0 0,0 0 0 0 0,-1 0 0 0 0,1-1 0 0 0,7-5 0 0 0,-4 3 0 0 0,-9 5 0 0 0,-1-1 0 0 0,1 1 0 0 0,-1-1 0 0 0,1 1 0 0 0,-1-1 0 0 0,0 1 0 0 0,1-1 0 0 0,-1 1 0 0 0,0-1 0 0 0,1 1 0 0 0,-1-1 0 0 0,0 0 0 0 0,0 1 0 0 0,0-1 0 0 0,1 1 0 0 0,-1-1 0 0 0,0 0 0 0 0,0 1 0 0 0,0-1 0 0 0,0 0 0 0 0,0 1 0 0 0,0-1 0 0 0,0 0 0 0 0,0 1 0 0 0,-1-1 0 0 0,1 1 0 0 0,0-1 0 0 0,0 0 0 0 0,0 1 0 0 0,-1-2 0 0 0,0 1 0 0 0,1 0 0 0 0,0 0 0 0 0,-1 0 0 0 0,1 0 0 0 0,-1 0 0 0 0,0 0 0 0 0,1 0 0 0 0,-1 0 0 0 0,0 0 0 0 0,1 0 0 0 0,-1 0 0 0 0,0 0 0 0 0,0 0 0 0 0,0 0 0 0 0,-1 0 0 0 0,-44-10 0 0 0,-1 1 0 0 0,-50-2 0 0 0,80 10 0 0 0,-179-5 0 0 0,70 5 0 0 0,-21 2 0 0 0,111-1 0 0 0,28 1 0 0 0,0 0 0 0 0,0-1 0 0 0,-1 0 0 0 0,1 0 0 0 0,-15-4 0 0 0,8 2 0 0 0,9 1 0 0 0,13 2 0 0 0,87 0 1 0 0,566 6 24 0 0,-603-1-11 0 0,-42-3-4 0 0,0 0-1 0 0,0-1 0 0 0,0-1 1 0 0,21-2-1 0 0,-23 1 3 0 0,-6-1 26 0 0,-6-12-15 0 0,-1 14-22 0 0,0-1 0 0 0,0 1-1 0 0,0-1 1 0 0,0 1 0 0 0,-1 0 0 0 0,1-1-1 0 0,0 1 1 0 0,0 0 0 0 0,-1-1-1 0 0,1 1 1 0 0,0 0 0 0 0,0-1-1 0 0,-1 1 1 0 0,1 0 0 0 0,0-1-1 0 0,-1 1 1 0 0,1 0 0 0 0,-1 0 0 0 0,1 0-1 0 0,0-1 1 0 0,-1 1 0 0 0,1 0-1 0 0,-1 0 1 0 0,1 0 0 0 0,0 0-1 0 0,-1 0 1 0 0,0 0 0 0 0,-6-4 3 0 0,-73-31 16 0 0,-133-40 0 0 0,-90-2 3 0 0,293 75-21 0 0,0 0-1 0 0,0-1 1 0 0,-1 0 0 0 0,1 0-1 0 0,1-1 1 0 0,-1-1 0 0 0,1 1 0 0 0,0-2-1 0 0,0 1 1 0 0,-12-10 0 0 0,21 14 4 0 0,0 2-4 0 0,0 1-1 0 0,1-1 0 0 0,-1 0 0 0 0,1 0 0 0 0,0 0 0 0 0,-1 0 1 0 0,1 0-1 0 0,0 0 0 0 0,-1-1 0 0 0,1 1 0 0 0,0 0 1 0 0,0 0-1 0 0,0 0 0 0 0,0-1 0 0 0,0 1 0 0 0,0 0 1 0 0,0-1-1 0 0,0 1 0 0 0,0-1 0 0 0,0 1 0 0 0,2 0 1 0 0,9 6 14 0 0,10 12 9 0 0,-17-14-12 0 0,-1-1 0 0 0,1 1-1 0 0,0-1 1 0 0,0 0 0 0 0,0 0 0 0 0,1-1 0 0 0,-1 0 0 0 0,1 0 0 0 0,0 0 0 0 0,0 0 0 0 0,0-1 0 0 0,0 0-1 0 0,0 0 1 0 0,0-1 0 0 0,0 0 0 0 0,11 1 0 0 0,396 13 238 0 0,-292 0-193 0 0,-86-9-12 0 0,67 3-1 0 0,-27-4 0 0 0,17-1 2 0 0,52-4 81 0 0,-140-1-8 0 0,-5 0-52 0 0,-15-4-35 0 0,-31-3-43 0 0,-42 5 12 0 0,-49-5 0 0 0,91 2 1 0 0,-351-58 0 0 0,387 61-3 0 0,-38-10 0 0 0,-82-11 0 0 0,122 23-2 0 0,-211-12-108 0 0,148 13-186 0 0,71 0 282 0 0,21-9-13 0 0,70-23 20 0 0,-74 27 7 0 0,68-23 0 0 0,1 4 0 0 0,99-14 0 0 0,-116 28 0 0 0,-36 4-4 0 0,65-1-1 0 0,-111 4-8 0 0,1-2 8 0 0,-36 6-5 0 0,-365 30 7 0 0,365-30 3 0 0,0-2 0 0 0,0-2 0 0 0,0-2 0 0 0,-74-18 0 0 0,76 16 0 0 0,1 1 0 0 0,-1 3-1 0 0,0 2 1 0 0,-66 7-1 0 0,-25-1-5 0 0,-11 2-18 0 0,252-13 21 0 0,109-21-1 0 0,-128 15 3 0 0,134-19 9 0 0,-166 24 26 0 0,61-18-1 0 0,-35 7 36 0 0,-73 18-59 0 0,0-1 0 0 0,0 1 0 0 0,0 0 1 0 0,1 1-1 0 0,-1-1 0 0 0,0 1 0 0 0,8 2 0 0 0,26 3 156 0 0,-38-6-165 0 0,-1 0 0 0 0,0 0 1 0 0,0 0-1 0 0,0 0 0 0 0,1 0 0 0 0,-1 0 0 0 0,0 1 1 0 0,0-1-1 0 0,0 0 0 0 0,0 0 0 0 0,1 0 1 0 0,-1 0-1 0 0,0 1 0 0 0,0-1 0 0 0,0 0 0 0 0,0 0 1 0 0,0 0-1 0 0,0 1 0 0 0,1-1 0 0 0,-1 0 1 0 0,0 0-1 0 0,0 0 0 0 0,0 1 0 0 0,0-1 0 0 0,0 0 1 0 0,0 0-1 0 0,0 1 0 0 0,0-1 0 0 0,0 0 1 0 0,0 0-1 0 0,0 1 0 0 0,0-1 0 0 0,0 0 0 0 0,0 0 1 0 0,0 0-1 0 0,0 1 0 0 0,0-1 0 0 0,-1 0 0 0 0,1 0 1 0 0,0 0-1 0 0,0 1 0 0 0,0-1 0 0 0,0 0 1 0 0,0 0-1 0 0,0 0 0 0 0,-1 1 0 0 0,1-1 0 0 0,0 0 1 0 0,0 0-1 0 0,0 0 0 0 0,0 0 0 0 0,-1 0 1 0 0,1 1-1 0 0,0-1 0 0 0,0 0 0 0 0,-1 0 0 0 0,1 0 1 0 0,0 0-1 0 0,-12 13 16 0 0,5-7-8 0 0,-1 1 1 0 0,1-1-1 0 0,-1 0 0 0 0,0-1 0 0 0,-1 1 0 0 0,1-2 0 0 0,-11 5 1 0 0,-44 19 17 0 0,-1-2 0 0 0,-125 31 0 0 0,-118 5 4 0 0,299-61-31 0 0,-37 6 0 0 0,68-7-1 0 0,357 16 0 0 0,-347-12 1 0 0,225 14 0 0 0,9-7 0 0 0,-175-7 0 0 0,-47-3 0 0 0,57 9 0 0 0,-40-5 7 0 0,-52-5 6 0 0,-37-1-10 0 0,1 1-7 0 0,0 0 0 0 0,1 2-1 0 0,-1 1 1 0 0,1 0 0 0 0,0 2 0 0 0,-37 13 0 0 0,12-4-40 0 0,39-12 21 0 0,1 0 0 0 0,0 1 0 0 0,1 0 0 0 0,-1 1 0 0 0,1 0 1 0 0,-1 0-1 0 0,-10 8 0 0 0,19-12 21 0 0,1 0 0 0 0,-1 0 0 0 0,1 1 0 0 0,-1-1 0 0 0,1 0 0 0 0,-1 0 1 0 0,1 1-1 0 0,0-1 0 0 0,-1 0 0 0 0,1 1 0 0 0,-1-1 0 0 0,1 0 0 0 0,0 1 0 0 0,-1-1 0 0 0,1 0 0 0 0,0 1 0 0 0,-1-1 0 0 0,1 1 0 0 0,0-1 1 0 0,0 1-1 0 0,0-1 0 0 0,-1 1 0 0 0,1-1 0 0 0,0 1 0 0 0,0-1 0 0 0,0 1 0 0 0,0-1 0 0 0,0 1 0 0 0,0-1 0 0 0,0 1 0 0 0,0-1 0 0 0,0 1 1 0 0,0-1-1 0 0,0 1 0 0 0,0-1 0 0 0,0 1 0 0 0,0-1 0 0 0,1 1 0 0 0,-1-1 0 0 0,0 1 0 0 0,0-1 0 0 0,0 1 0 0 0,1-1 0 0 0,-1 0 1 0 0,0 1-1 0 0,1-1 0 0 0,-1 1 0 0 0,0-1 0 0 0,1 0 0 0 0,-1 1 0 0 0,1-1 0 0 0,-1 0 0 0 0,0 1 0 0 0,1-1 0 0 0,0 0 0 0 0,31 12-6 0 0,-25-11 5 0 0,91 25-5 0 0,119 15 0 0 0,-208-40 13 0 0,1 0-1 0 0,0 0 1 0 0,-1-1-1 0 0,1-1 1 0 0,-1 1-1 0 0,1-2 0 0 0,-1 1 1 0 0,12-4-1 0 0,-16 3-1 0 0,-1 1-1 0 0,1-1 1 0 0,-1 0-1 0 0,1-1 1 0 0,-1 1-1 0 0,0-1 1 0 0,0 1 0 0 0,0-1-1 0 0,0 0 1 0 0,0-1-1 0 0,-1 1 1 0 0,1-1-1 0 0,-1 1 1 0 0,0-1-1 0 0,0 0 1 0 0,-1 0-1 0 0,1 0 1 0 0,2-7-1 0 0,6-16 27 0 0,-1-1 0 0 0,-2 0 0 0 0,-1 0 0 0 0,-1 0-1 0 0,-1-1 1 0 0,-1 0 0 0 0,-1-30 0 0 0,-3 58-26 0 0,0 0 0 0 0,0 0 0 0 0,0 0 1 0 0,0 0-1 0 0,0 0 0 0 0,0 0 0 0 0,-1 0 0 0 0,1 0 0 0 0,0 0 0 0 0,-1 0 0 0 0,1 0 1 0 0,0 0-1 0 0,-1 0 0 0 0,1 0 0 0 0,-1 0 0 0 0,0 1 0 0 0,1-1 0 0 0,-1 0 0 0 0,0 0 1 0 0,1 0-1 0 0,-1 1 0 0 0,0-1 0 0 0,0 1 0 0 0,0-1 0 0 0,1 0 0 0 0,-1 1 1 0 0,0-1-1 0 0,0 1 0 0 0,0 0 0 0 0,0-1 0 0 0,0 1 0 0 0,0 0 0 0 0,0-1 0 0 0,0 1 1 0 0,0 0-1 0 0,0 0 0 0 0,0 0 0 0 0,0 0 0 0 0,0 0 0 0 0,-2 0 0 0 0,-5 1 6 0 0,1 0-1 0 0,-1 1 0 0 0,1 0 0 0 0,-12 3 0 0 0,13-2-2 0 0,-16 6-1 0 0,0 1 1 0 0,1 2-1 0 0,0 0 1 0 0,1 1-1 0 0,0 1 1 0 0,-18 17 0 0 0,20-17-3 0 0,2-2 5 0 0,0 2 0 0 0,1 0 0 0 0,1 1 0 0 0,0 1 0 0 0,-15 22 0 0 0,24-31-4 0 0,1-1 0 0 0,0 1 1 0 0,0 1-1 0 0,0-1 1 0 0,1 0-1 0 0,1 1 0 0 0,-1 0 1 0 0,1 0-1 0 0,0-1 0 0 0,1 1 1 0 0,0 0-1 0 0,0 0 0 0 0,1 1 1 0 0,0-1-1 0 0,0 0 0 0 0,2 8 1 0 0,-1-11 1 0 0,1-1 1 0 0,0 0-1 0 0,-1 0 1 0 0,2 0 0 0 0,-1-1-1 0 0,0 1 1 0 0,1 0-1 0 0,0-1 1 0 0,-1 1 0 0 0,1-1-1 0 0,1 0 1 0 0,-1 0-1 0 0,0 0 1 0 0,1-1 0 0 0,-1 1-1 0 0,1-1 1 0 0,0 0-1 0 0,0 0 1 0 0,0 0 0 0 0,7 2-1 0 0,3 1 3 0 0,0-1 1 0 0,0 0-1 0 0,0-1 1 0 0,28 2-1 0 0,-35-4-5 0 0,1 0-1 0 0,-1-1 1 0 0,1 0 0 0 0,-1 0 0 0 0,1 0-1 0 0,-1-1 1 0 0,1-1 0 0 0,-1 1 0 0 0,0-1-1 0 0,1 0 1 0 0,-1-1 0 0 0,0 1 0 0 0,-1-2-1 0 0,1 1 1 0 0,0-1 0 0 0,-1 0 0 0 0,0 0-1 0 0,0 0 1 0 0,0-1 0 0 0,10-11 0 0 0,159-176 44 0 0,-153 171-28 0 0,-22 21-8 0 0,-18 12-6 0 0,-2 2-6 0 0,1 2 0 0 0,0 0 0 0 0,-26 30 0 0 0,-4 4 0 0 0,-108 106 0 0 0,156-155 1 0 0,-11 10-3 0 0,12-10 2 0 0,-1-1 1 0 0,1 0-1 0 0,-1 1 1 0 0,1-1 0 0 0,0 0-1 0 0,-1 1 1 0 0,1-1-1 0 0,0 1 1 0 0,-1-1 0 0 0,1 1-1 0 0,0-1 1 0 0,0 1-1 0 0,0-1 1 0 0,-1 1 0 0 0,1-1-1 0 0,0 1 1 0 0,0-1-1 0 0,0 1 1 0 0,0-1 0 0 0,0 1-1 0 0,0-1 1 0 0,0 1-1 0 0,0-1 1 0 0,0 1-1 0 0,0-1 1 0 0,0 1 0 0 0,0-1-1 0 0,0 1 1 0 0,0-1-1 0 0,1 1 1 0 0,-1 0 0 0 0,30 3 13 0 0,-20-2-6 0 0,0 0 1 0 0,0-1-1 0 0,0 0 0 0 0,0-1 0 0 0,18-1 0 0 0,7 0 7 0 0,-35 0-7 0 0,1-27-2 0 0,2 0-1 0 0,6-31 1 0 0,2-18 1 0 0,-9 62-7 0 0,-2 0 0 0 0,0 0 0 0 0,0 0 0 0 0,-1-1 0 0 0,-1 1 0 0 0,-1 0 0 0 0,0 0 0 0 0,-1 1 0 0 0,-1-1 0 0 0,0 1 0 0 0,-1 0 0 0 0,0 0 0 0 0,-1 0 0 0 0,-12-16 0 0 0,-11-15 0 0 0,-3 2 0 0 0,-1 2 0 0 0,-44-42 0 0 0,71 76 0 0 0,-1 1 0 0 0,1 0 0 0 0,-1 0 0 0 0,0 1 0 0 0,0 0 0 0 0,0 0 0 0 0,-1 1 0 0 0,0 0 0 0 0,-14-3 0 0 0,20 6 1 0 0,-1 1 0 0 0,0 0 0 0 0,0 0 0 0 0,1 0-1 0 0,-1 0 1 0 0,0 1 0 0 0,1-1 0 0 0,-1 1 0 0 0,0 0 0 0 0,1 0-1 0 0,-1 1 1 0 0,1-1 0 0 0,0 1 0 0 0,-1-1 0 0 0,1 1-1 0 0,0 0 1 0 0,0 1 0 0 0,0-1 0 0 0,0 0 0 0 0,0 1 0 0 0,-4 5-1 0 0,-4 4 6 0 0,0 2-1 0 0,1-1 0 0 0,-10 17 0 0 0,19-29-5 0 0,-6 10 0 0 0,-45 79 1 0 0,47-78-1 0 0,0-1 0 0 0,0 1 0 0 0,2 0 0 0 0,-1 0 0 0 0,1 0 0 0 0,-1 16 0 0 0,4-23 0 0 0,0 1 0 0 0,1 0 0 0 0,-1 0 0 0 0,1-1 0 0 0,1 1 0 0 0,-1 0 0 0 0,1-1 0 0 0,0 0 0 0 0,0 1 0 0 0,5 7 0 0 0,35 55 0 0 0,-23-41-1 0 0,1 1-12 0 0,28 30 1 0 0,-6-8-28 0 0,-33-39 264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2:47.28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63 9040 0 0,'0'0'3968'0'0,"5"-2"-3260"0"0,-3 1-581 0 0,-1 1-88 0 0,0-1 0 0 0,1 1 0 0 0,-1 0 0 0 0,0-1 0 0 0,0 1 0 0 0,1-1 0 0 0,-1 0 0 0 0,0 1 0 0 0,0-1 1 0 0,0 0-1 0 0,0 0 0 0 0,0 0 0 0 0,0 0 0 0 0,0 0 0 0 0,0 0 0 0 0,0 0 0 0 0,0 0 0 0 0,0 0 0 0 0,-1 0 0 0 0,2-3 1 0 0,0 1 97 0 0,1-1 0 0 0,0 1 1 0 0,0 0-1 0 0,0-1 1 0 0,0 1-1 0 0,0 0 1 0 0,1 1-1 0 0,0-1 1 0 0,-1 1-1 0 0,6-3 1 0 0,-7 4-109 0 0,0 0 1 0 0,1 0 0 0 0,-1 1-1 0 0,0-1 1 0 0,0 0 0 0 0,1 1-1 0 0,-1 0 1 0 0,1 0 0 0 0,-1 0 0 0 0,0 0-1 0 0,1 0 1 0 0,-1 0 0 0 0,1 0-1 0 0,-1 1 1 0 0,0-1 0 0 0,1 1-1 0 0,-1 0 1 0 0,0-1 0 0 0,0 1 0 0 0,0 0-1 0 0,1 0 1 0 0,1 2 0 0 0,2 2 19 0 0,-1 0 1 0 0,0 1-1 0 0,0-1 1 0 0,-1 1-1 0 0,8 12 1 0 0,0-1-21 0 0,17 25 57 0 0,-2 2-1 0 0,-3 0 1 0 0,-1 2 0 0 0,-2 1-1 0 0,17 57 1 0 0,50 250 42 0 0,-67-259-93 0 0,-8-32-29 0 0,3 0 1 0 0,2 0-1 0 0,38 82 0 0 0,-50-133-13 0 0,0 0-1 0 0,1-1 0 0 0,0 0 0 0 0,13 15 0 0 0,-19-25 6 0 0,0 1 1 0 0,0-1-1 0 0,0 1 1 0 0,1-1 0 0 0,-1 0-1 0 0,1 0 1 0 0,-1 0-1 0 0,1 1 1 0 0,-1-1-1 0 0,1-1 1 0 0,-1 1-1 0 0,1 0 1 0 0,0 0 0 0 0,0-1-1 0 0,-1 1 1 0 0,1-1-1 0 0,0 1 1 0 0,0-1-1 0 0,0 0 1 0 0,0 1 0 0 0,0-1-1 0 0,-1 0 1 0 0,1 0-1 0 0,0-1 1 0 0,0 1-1 0 0,0 0 1 0 0,0-1-1 0 0,0 1 1 0 0,-1-1 0 0 0,1 1-1 0 0,0-1 1 0 0,0 0-1 0 0,-1 0 1 0 0,1 0-1 0 0,-1 0 1 0 0,1 0-1 0 0,-1 0 1 0 0,1 0 0 0 0,1-2-1 0 0,2-2-4 0 0,-1-1 0 0 0,1 0 0 0 0,-1 0 0 0 0,0 0 1 0 0,0 0-1 0 0,-1-1 0 0 0,0 1 0 0 0,0-1 0 0 0,3-11 0 0 0,12-63-37 0 0,-18 78 42 0 0,8-59 41 0 0,0-109 0 0 0,-3 25 18 0 0,-4 86 42 0 0,-6-70 0 0 0,0-47 204 0 0,6 166-244 0 0,1-1 0 0 0,0 1 0 0 0,1-1 0 0 0,0 1 0 0 0,5-11 0 0 0,-8 22-56 0 0,0 0 0 0 0,0 0 0 0 0,1-1 0 0 0,-1 1 0 0 0,0 0 0 0 0,0 0 1 0 0,1 0-1 0 0,-1 0 0 0 0,0 0 0 0 0,0 0 0 0 0,1 0 0 0 0,-1 0 0 0 0,0 0 0 0 0,1 0 0 0 0,-1 0 1 0 0,0 0-1 0 0,0 0 0 0 0,1 0 0 0 0,-1 0 0 0 0,0 0 0 0 0,1 0 0 0 0,-1 0 0 0 0,0 0 0 0 0,0 0 1 0 0,1 1-1 0 0,-1-1 0 0 0,0 0 0 0 0,0 0 0 0 0,1 0 0 0 0,-1 0 0 0 0,0 1 0 0 0,0-1 0 0 0,0 0 1 0 0,1 0-1 0 0,-1 0 0 0 0,0 1 0 0 0,0-1 0 0 0,0 0 0 0 0,0 0 0 0 0,0 1 0 0 0,1-1 0 0 0,-1 0 1 0 0,0 0-1 0 0,0 1 0 0 0,0-1 0 0 0,0 0 0 0 0,0 1 0 0 0,29 50 136 0 0,-2 1 0 0 0,30 81 0 0 0,-38-71-36 0 0,-2 0 0 0 0,10 85 1 0 0,-4-20 58 0 0,-13-87-44 0 0,20 48 0 0 0,1 3 154 0 0,-23-68-164 0 0,-3-15 14 0 0,-3-8 166 0 0,-1-49-65 0 0,-8-75 0 0 0,-5 5-116 0 0,-44-344 307 0 0,46 391-297 0 0,-2-138 1 0 0,11 166-116 0 0,1 23-1335 0 0,2-39 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33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customXml" Target="../ink/ink10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800" y="2761536"/>
            <a:ext cx="3955733" cy="27064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2067997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ChatWithWebsite.AI – Gemini-Powered Web Content Chatbot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58309" y="453104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An AI-powered chatbot to interact with websites using Gemini 2.5 Flash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8309" y="546818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Presented by Shivam | Roll No.: 2337055 | B. Tech. CSE (Generative AI Summer Training)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2653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87250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ChatWithWebsite.AI is an innovative project that leverages Gemini 2.5 Flash to build an AI chatbot enabling users to interact naturally with any website.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4809649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It bridges AI with live web content, empowering dynamic question answering and information synthesis directly from websites.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C6242A-5C83-D4A4-9ECD-68412636469B}"/>
                  </a:ext>
                </a:extLst>
              </p14:cNvPr>
              <p14:cNvContentPartPr/>
              <p14:nvPr/>
            </p14:nvContentPartPr>
            <p14:xfrm>
              <a:off x="13896605" y="7999216"/>
              <a:ext cx="9720" cy="1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C6242A-5C83-D4A4-9ECD-6841263646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60605" y="7963576"/>
                <a:ext cx="813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D28BF9-8467-FA6F-E982-EF1974A3FE7E}"/>
                  </a:ext>
                </a:extLst>
              </p14:cNvPr>
              <p14:cNvContentPartPr/>
              <p14:nvPr/>
            </p14:nvContentPartPr>
            <p14:xfrm>
              <a:off x="12669365" y="7827136"/>
              <a:ext cx="1808280" cy="308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D28BF9-8467-FA6F-E982-EF1974A3FE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33725" y="7791136"/>
                <a:ext cx="1879920" cy="37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235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66950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Implement Retrieval-Augmented Generation (RAG) for accurate info retrieval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409194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Summarize multiple web pages effectively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Enable AI-powered Q&amp;A over live website content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49368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Support multi-URL inputs for comprehensive data access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535924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Create a user-friendly chat interface with history and theme toggle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6EC615-3D89-693B-EB9D-172A26C62112}"/>
                  </a:ext>
                </a:extLst>
              </p14:cNvPr>
              <p14:cNvContentPartPr/>
              <p14:nvPr/>
            </p14:nvContentPartPr>
            <p14:xfrm>
              <a:off x="12752525" y="7801936"/>
              <a:ext cx="1785600" cy="344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6EC615-3D89-693B-EB9D-172A26C621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16525" y="7766296"/>
                <a:ext cx="1857240" cy="41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7121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Key Features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321718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2326" y="32916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Multi-URL Support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62326" y="3777734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Query across multiple websites simultaneously.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50574" y="321718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54591" y="3291602"/>
            <a:ext cx="297834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Content Summarization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54591" y="3777734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Automatic extraction of key insights from web content.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8309" y="490442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2326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Chat History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2326" y="5464969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Save and review previous conversations easily.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50574" y="490442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4591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Theme Toggle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54591" y="5464969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Switch between light and dark modes for user comfort.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124DA7-9BCF-F6B4-90B7-8CB1B765511C}"/>
                  </a:ext>
                </a:extLst>
              </p14:cNvPr>
              <p14:cNvContentPartPr/>
              <p14:nvPr/>
            </p14:nvContentPartPr>
            <p14:xfrm>
              <a:off x="12742085" y="7803016"/>
              <a:ext cx="1830600" cy="307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124DA7-9BCF-F6B4-90B7-8CB1B76551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6445" y="7767376"/>
                <a:ext cx="1902240" cy="37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2571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Technologies Used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071688"/>
            <a:ext cx="649962" cy="649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299239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Python for backend processing and AI integration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574" y="2071688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0574" y="299239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Streamlit for building a responsive web app UI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880723"/>
            <a:ext cx="649962" cy="6499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309" y="4801433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LangChain for chaining and managing LLM workflows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574" y="3880723"/>
            <a:ext cx="649962" cy="6499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50574" y="4801433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Gemini 2.5 Flash for advanced natural language understanding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6036469"/>
            <a:ext cx="649962" cy="6499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8309" y="6957179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ChromaDB for embedding storage and fast retrieval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0574" y="6036469"/>
            <a:ext cx="649962" cy="64996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450574" y="6957179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dotenv to manage environment variables securely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A32B5B1-54FB-16A4-26E9-95AEA00AFF1B}"/>
                  </a:ext>
                </a:extLst>
              </p14:cNvPr>
              <p14:cNvContentPartPr/>
              <p14:nvPr/>
            </p14:nvContentPartPr>
            <p14:xfrm>
              <a:off x="12772685" y="7788616"/>
              <a:ext cx="1753200" cy="315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A32B5B1-54FB-16A4-26E9-95AEA00AFF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36685" y="7752976"/>
                <a:ext cx="1824840" cy="38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48" y="3138964"/>
            <a:ext cx="3955852" cy="19515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44709" y="3075861"/>
            <a:ext cx="627828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Architecture &amp; Workflow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244709" y="4113490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The app follows a clear data flow: Input URL(s) → Load &amp; scrape website content → Split into chunks → Embed chunks → Query embeddings → Get LLM response &amp; generate chat answers.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3EFDF3-168C-B3FF-C4F1-FFA164B5FB79}"/>
                  </a:ext>
                </a:extLst>
              </p14:cNvPr>
              <p14:cNvContentPartPr/>
              <p14:nvPr/>
            </p14:nvContentPartPr>
            <p14:xfrm>
              <a:off x="13287125" y="8054656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3EFDF3-168C-B3FF-C4F1-FFA164B5FB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51125" y="801901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98EDB0-05FA-A760-019C-1962FF8266E9}"/>
                  </a:ext>
                </a:extLst>
              </p14:cNvPr>
              <p14:cNvContentPartPr/>
              <p14:nvPr/>
            </p14:nvContentPartPr>
            <p14:xfrm>
              <a:off x="12667565" y="7809136"/>
              <a:ext cx="1836000" cy="311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98EDB0-05FA-A760-019C-1962FF8266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31565" y="7773496"/>
                <a:ext cx="1907640" cy="38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800" y="2761536"/>
            <a:ext cx="3955733" cy="27064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3075861"/>
            <a:ext cx="608159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UI Preview &amp; Interaction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58309" y="4113490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Users enter URLs or web content, ask questions via chatbot interface, and view summarized responses with an easy-to-read chat display and navigation features.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71211"/>
            <a:ext cx="82666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Customization &amp; Future Features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321718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2326" y="32916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File Upload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62326" y="3777734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Allow users to upload documents for chatbot analysis.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50574" y="321718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54591" y="32916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Mobile Version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54591" y="3777734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Responsive app design optimized for smartphones and tablets.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8309" y="490442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2326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Voice Input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2326" y="5464969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Integrate speech-to-text for hands-free question asking.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50574" y="490442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4591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Multi-LLM Support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54591" y="5464969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Support switching between multiple large language models for flexibility.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9B2D53D-8C6B-AD0C-103D-48DC589A4BC6}"/>
                  </a:ext>
                </a:extLst>
              </p14:cNvPr>
              <p14:cNvContentPartPr/>
              <p14:nvPr/>
            </p14:nvContentPartPr>
            <p14:xfrm>
              <a:off x="12770525" y="7815256"/>
              <a:ext cx="1690920" cy="309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9B2D53D-8C6B-AD0C-103D-48DC589A4B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34885" y="7779256"/>
                <a:ext cx="1762560" cy="38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31256"/>
            <a:ext cx="571952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" panose="020B0502040204020203" pitchFamily="34" charset="0"/>
                <a:ea typeface="Barlow Bold" pitchFamily="34" charset="-122"/>
                <a:cs typeface="Barlow Bold" pitchFamily="34" charset="-120"/>
              </a:rPr>
              <a:t>Learnings &amp; Outcomes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57723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Developed expertise in AI chatbot integration with web data using Gemini. Gained hands-on experience with embeddings, LangChain workflows, and Streamlit UI development.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Personally, enhanced problem-solving skills and deepened understanding of AI-driven human-computer interaction.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5104805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hnschrift Light" panose="020B0502040204020203" pitchFamily="34" charset="0"/>
                <a:ea typeface="Montserrat" pitchFamily="34" charset="-122"/>
                <a:cs typeface="Montserrat" pitchFamily="34" charset="-120"/>
              </a:rPr>
              <a:t>ChatWithWebsite.AI demonstrates strong potential for practical web interaction improvements, paving way for future AI-powered browsing tools.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EBF096-CDB1-0051-369A-CF1CC1D4D7FA}"/>
                  </a:ext>
                </a:extLst>
              </p14:cNvPr>
              <p14:cNvContentPartPr/>
              <p14:nvPr/>
            </p14:nvContentPartPr>
            <p14:xfrm>
              <a:off x="12715445" y="7807696"/>
              <a:ext cx="1855440" cy="334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EBF096-CDB1-0051-369A-CF1CC1D4D7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9445" y="7771696"/>
                <a:ext cx="19270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819F91-8ED2-2750-A0C5-B50A6D9F0672}"/>
                  </a:ext>
                </a:extLst>
              </p14:cNvPr>
              <p14:cNvContentPartPr/>
              <p14:nvPr/>
            </p14:nvContentPartPr>
            <p14:xfrm>
              <a:off x="11946845" y="6724096"/>
              <a:ext cx="377280" cy="458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819F91-8ED2-2750-A0C5-B50A6D9F06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11205" y="6688456"/>
                <a:ext cx="448920" cy="52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404</Words>
  <Application>Microsoft Office PowerPoint</Application>
  <PresentationFormat>Custom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Bahnschrift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shivam sharma</cp:lastModifiedBy>
  <cp:revision>3</cp:revision>
  <dcterms:created xsi:type="dcterms:W3CDTF">2025-07-07T17:28:46Z</dcterms:created>
  <dcterms:modified xsi:type="dcterms:W3CDTF">2025-07-07T17:35:14Z</dcterms:modified>
</cp:coreProperties>
</file>